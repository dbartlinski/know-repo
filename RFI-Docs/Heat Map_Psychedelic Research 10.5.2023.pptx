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57" d="100"/>
          <a:sy n="57" d="100"/>
        </p:scale>
        <p:origin x="26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54E1E-D9AC-44AB-BF71-6F3ECCDDFF33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1D96D-57F4-4F59-A542-A32E1ACC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9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West Haven, Connecticut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6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San Francisco, California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6</a:t>
            </a:r>
          </a:p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Portland, Oregon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3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Bronx, New York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3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San Diego, California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1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Loma Linda, California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1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Palo Alto, California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1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Los Angeles, California</a:t>
            </a:r>
            <a:r>
              <a:rPr lang="en-US" dirty="0"/>
              <a:t> </a:t>
            </a:r>
            <a:r>
              <a:rPr lang="en-US" sz="1200" b="0" i="0" u="none" strike="noStrike" dirty="0">
                <a:effectLst/>
                <a:latin typeface="Calibri" panose="020F0502020204030204" pitchFamily="34" charset="0"/>
              </a:rPr>
              <a:t>1</a:t>
            </a:r>
            <a:r>
              <a:rPr lang="en-US" dirty="0"/>
              <a:t> </a:t>
            </a:r>
          </a:p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Grand Total</a:t>
            </a:r>
            <a:r>
              <a:rPr lang="en-US" dirty="0"/>
              <a:t> 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22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1D96D-57F4-4F59-A542-A32E1ACC7E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37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9C4957-9274-81B2-FCDF-5E654E76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/>
              <a:t>Psychedelic </a:t>
            </a:r>
            <a:r>
              <a:rPr lang="en-US" sz="3200" b="1" dirty="0"/>
              <a:t>Legalization Status &amp; </a:t>
            </a:r>
            <a:br>
              <a:rPr lang="en-US" sz="3200" b="1" dirty="0"/>
            </a:br>
            <a:r>
              <a:rPr lang="en-US" sz="3200" b="1" dirty="0"/>
              <a:t>Location and Number of Psychedelic Projects Active at VA Facilities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C2819C-3264-AD24-E4E0-0147216A1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5261"/>
            <a:ext cx="10515600" cy="3832065"/>
          </a:xfr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BB2771-917D-2DD5-5649-68D7421FFBDB}"/>
              </a:ext>
            </a:extLst>
          </p:cNvPr>
          <p:cNvCxnSpPr/>
          <p:nvPr/>
        </p:nvCxnSpPr>
        <p:spPr>
          <a:xfrm flipH="1" flipV="1">
            <a:off x="4210259" y="2914022"/>
            <a:ext cx="150726" cy="803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8E1552-00BD-F6B1-707D-FD0FF8A35AF0}"/>
              </a:ext>
            </a:extLst>
          </p:cNvPr>
          <p:cNvCxnSpPr>
            <a:cxnSpLocks/>
          </p:cNvCxnSpPr>
          <p:nvPr/>
        </p:nvCxnSpPr>
        <p:spPr>
          <a:xfrm flipV="1">
            <a:off x="10008394" y="3640798"/>
            <a:ext cx="100248" cy="2120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DDCE47-1E60-B130-C052-B7D639368457}"/>
              </a:ext>
            </a:extLst>
          </p:cNvPr>
          <p:cNvCxnSpPr>
            <a:cxnSpLocks/>
          </p:cNvCxnSpPr>
          <p:nvPr/>
        </p:nvCxnSpPr>
        <p:spPr>
          <a:xfrm flipH="1" flipV="1">
            <a:off x="9622631" y="3609975"/>
            <a:ext cx="218056" cy="616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0D2C06-3821-3FBD-70B4-BA2E2004D754}"/>
              </a:ext>
            </a:extLst>
          </p:cNvPr>
          <p:cNvCxnSpPr>
            <a:cxnSpLocks/>
          </p:cNvCxnSpPr>
          <p:nvPr/>
        </p:nvCxnSpPr>
        <p:spPr>
          <a:xfrm flipH="1" flipV="1">
            <a:off x="4112905" y="3863592"/>
            <a:ext cx="73333" cy="1916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D12C29-81F4-84AB-9393-A56E9C14CA84}"/>
              </a:ext>
            </a:extLst>
          </p:cNvPr>
          <p:cNvCxnSpPr>
            <a:cxnSpLocks/>
          </p:cNvCxnSpPr>
          <p:nvPr/>
        </p:nvCxnSpPr>
        <p:spPr>
          <a:xfrm flipH="1">
            <a:off x="4252913" y="4207669"/>
            <a:ext cx="2214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E07FB7-3663-E2B3-DCED-46528677901B}"/>
              </a:ext>
            </a:extLst>
          </p:cNvPr>
          <p:cNvCxnSpPr>
            <a:cxnSpLocks/>
          </p:cNvCxnSpPr>
          <p:nvPr/>
        </p:nvCxnSpPr>
        <p:spPr>
          <a:xfrm flipH="1">
            <a:off x="4836319" y="4586287"/>
            <a:ext cx="335756" cy="857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8F94FA-9D04-CBAD-A2C2-49CA6F2B3A4D}"/>
              </a:ext>
            </a:extLst>
          </p:cNvPr>
          <p:cNvCxnSpPr>
            <a:cxnSpLocks/>
          </p:cNvCxnSpPr>
          <p:nvPr/>
        </p:nvCxnSpPr>
        <p:spPr>
          <a:xfrm flipH="1" flipV="1">
            <a:off x="4855369" y="4872038"/>
            <a:ext cx="238125" cy="1357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F7B9810-17E5-D76A-19CC-53EA41D51828}"/>
              </a:ext>
            </a:extLst>
          </p:cNvPr>
          <p:cNvCxnSpPr>
            <a:cxnSpLocks/>
          </p:cNvCxnSpPr>
          <p:nvPr/>
        </p:nvCxnSpPr>
        <p:spPr>
          <a:xfrm flipH="1">
            <a:off x="4612482" y="4698206"/>
            <a:ext cx="57149" cy="1047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1350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70CDE65625E449B41BBE9E2A9D6E5A" ma:contentTypeVersion="14" ma:contentTypeDescription="Create a new document." ma:contentTypeScope="" ma:versionID="8b6d79dcc5f754c7cfb59536e3674b4c">
  <xsd:schema xmlns:xsd="http://www.w3.org/2001/XMLSchema" xmlns:xs="http://www.w3.org/2001/XMLSchema" xmlns:p="http://schemas.microsoft.com/office/2006/metadata/properties" xmlns:ns2="46ade7e5-a61b-41ef-8b65-1672892065de" xmlns:ns3="6fd99b86-a2da-47ef-ab26-55e7009dfe6e" targetNamespace="http://schemas.microsoft.com/office/2006/metadata/properties" ma:root="true" ma:fieldsID="64eb71bd406154cbfd68acd3ef293514" ns2:_="" ns3:_="">
    <xsd:import namespace="46ade7e5-a61b-41ef-8b65-1672892065de"/>
    <xsd:import namespace="6fd99b86-a2da-47ef-ab26-55e7009dfe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Topic"/>
                <xsd:element ref="ns2:DocumentType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PageReferenc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de7e5-a61b-41ef-8b65-1672892065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opic" ma:index="12" ma:displayName="Topic" ma:format="Dropdown" ma:internalName="Topic">
      <xsd:simpleType>
        <xsd:restriction base="dms:Choice">
          <xsd:enumeration value="Animal Research"/>
          <xsd:enumeration value="Artificial Intelligence (AI)"/>
          <xsd:enumeration value="Budget"/>
          <xsd:enumeration value="Cannabis"/>
          <xsd:enumeration value="Centers"/>
          <xsd:enumeration value="Clinical Trials"/>
          <xsd:enumeration value="Community Care"/>
          <xsd:enumeration value="Congress"/>
          <xsd:enumeration value="COVID"/>
          <xsd:enumeration value="Enterprise Transformation"/>
          <xsd:enumeration value="General ORD"/>
          <xsd:enumeration value="Mental Health"/>
          <xsd:enumeration value="Mortality Data"/>
          <xsd:enumeration value="MVP"/>
          <xsd:enumeration value="NRAC"/>
          <xsd:enumeration value="Precision Oncology"/>
          <xsd:enumeration value="Psychedelics"/>
          <xsd:enumeration value="Rural Health"/>
          <xsd:enumeration value="Spinal Cord Injury (SCI)"/>
          <xsd:enumeration value="Suicide Prevention"/>
          <xsd:enumeration value="Traumatic Brain Injury (TBI)"/>
          <xsd:enumeration value="Technology Transfer Program"/>
          <xsd:enumeration value="Toxic Exposure - MERP"/>
          <xsd:enumeration value="VA Secretary"/>
          <xsd:enumeration value="VHA USH"/>
          <xsd:enumeration value="Women’s Health – Maternity and Infertility"/>
        </xsd:restriction>
      </xsd:simpleType>
    </xsd:element>
    <xsd:element name="DocumentType" ma:index="13" ma:displayName="Document Type" ma:format="Dropdown" ma:internalName="DocumentType">
      <xsd:simpleType>
        <xsd:restriction base="dms:Choice">
          <xsd:enumeration value="Briefing Papers - Congress"/>
          <xsd:enumeration value="Briefing Papers - VA-VHA"/>
          <xsd:enumeration value="Briefing Papers - Other"/>
          <xsd:enumeration value="Budget Justification"/>
          <xsd:enumeration value="GAO"/>
          <xsd:enumeration value="Mandated Congressional Reports"/>
          <xsd:enumeration value="News Articles"/>
          <xsd:enumeration value="Press Releases"/>
          <xsd:enumeration value="Publications-Studies"/>
          <xsd:enumeration value="RFA"/>
          <xsd:enumeration value="RFI - Congress"/>
          <xsd:enumeration value="Slide Presentations"/>
          <xsd:enumeration value="Talking Points - Congress"/>
          <xsd:enumeration value="Testimony - Congress Speeches"/>
          <xsd:enumeration value="Talking Points - VA-VHA"/>
          <xsd:enumeration value="Talking Points - Other"/>
          <xsd:enumeration value="Other-Misc Documents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0ac6538-d41a-4f9a-bd67-5f7ae81a6d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PageReference" ma:index="21" nillable="true" ma:displayName="Page Reference" ma:description="provide a page reference for longer documents" ma:format="Dropdown" ma:internalName="PageReferenc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99b86-a2da-47ef-ab26-55e7009dfe6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736d572-348b-4845-bc48-0c7ae7dc85c2}" ma:internalName="TaxCatchAll" ma:showField="CatchAllData" ma:web="6fd99b86-a2da-47ef-ab26-55e7009dfe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Type xmlns="46ade7e5-a61b-41ef-8b65-1672892065de">Presentations and Other Documents</DocumentType>
    <Topic xmlns="46ade7e5-a61b-41ef-8b65-1672892065de">Psychedelics</Topic>
    <TaxCatchAll xmlns="6fd99b86-a2da-47ef-ab26-55e7009dfe6e" xsi:nil="true"/>
    <lcf76f155ced4ddcb4097134ff3c332f xmlns="46ade7e5-a61b-41ef-8b65-1672892065de">
      <Terms xmlns="http://schemas.microsoft.com/office/infopath/2007/PartnerControls"/>
    </lcf76f155ced4ddcb4097134ff3c332f>
    <PageReference xmlns="46ade7e5-a61b-41ef-8b65-1672892065de" xsi:nil="true"/>
  </documentManagement>
</p:properties>
</file>

<file path=customXml/itemProps1.xml><?xml version="1.0" encoding="utf-8"?>
<ds:datastoreItem xmlns:ds="http://schemas.openxmlformats.org/officeDocument/2006/customXml" ds:itemID="{94854098-3A78-4680-BF5B-2D79F34116FD}"/>
</file>

<file path=customXml/itemProps2.xml><?xml version="1.0" encoding="utf-8"?>
<ds:datastoreItem xmlns:ds="http://schemas.openxmlformats.org/officeDocument/2006/customXml" ds:itemID="{3752EE2B-2EF0-4ED7-AE37-39AAC17F0A06}"/>
</file>

<file path=customXml/itemProps3.xml><?xml version="1.0" encoding="utf-8"?>
<ds:datastoreItem xmlns:ds="http://schemas.openxmlformats.org/officeDocument/2006/customXml" ds:itemID="{E4B1ED1C-6771-4C24-BA30-D83C0E222B7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58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Custom Design</vt:lpstr>
      <vt:lpstr>Psychedelic Legalization Status &amp;  Location and Number of Psychedelic Projects Active at VA Facilities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10-5-23: Heat Map Psychedelic Research</dc:title>
  <dc:creator>Power BI</dc:creator>
  <cp:lastModifiedBy>Smyth, Miriam</cp:lastModifiedBy>
  <cp:revision>10</cp:revision>
  <dcterms:created xsi:type="dcterms:W3CDTF">2016-09-04T11:54:55Z</dcterms:created>
  <dcterms:modified xsi:type="dcterms:W3CDTF">2023-10-05T22:17:36Z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0x010100F670CDE65625E449B41BBE9E2A9D6E5A</vt:lpwstr>
  </property>
  <property fmtid="{D5CDD505-2E9C-101B-9397-08002B2CF9AE}" pid="3" name="MediaServiceImageTags">
    <vt:lpwstr/>
  </property>
</Properties>
</file>