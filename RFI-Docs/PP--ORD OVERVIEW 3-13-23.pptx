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4.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5.xml" ContentType="application/vnd.openxmlformats-officedocument.them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6.xml" ContentType="application/vnd.openxmlformats-officedocument.them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theme/theme7.xml" ContentType="application/vnd.openxmlformats-officedocument.them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28.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29.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 id="2147483682" r:id="rId5"/>
    <p:sldMasterId id="2147483691" r:id="rId6"/>
    <p:sldMasterId id="2147483648" r:id="rId7"/>
    <p:sldMasterId id="2147483752" r:id="rId8"/>
    <p:sldMasterId id="2147485186" r:id="rId9"/>
    <p:sldMasterId id="2147483800" r:id="rId10"/>
  </p:sldMasterIdLst>
  <p:notesMasterIdLst>
    <p:notesMasterId r:id="rId32"/>
  </p:notesMasterIdLst>
  <p:sldIdLst>
    <p:sldId id="288" r:id="rId11"/>
    <p:sldId id="838840806" r:id="rId12"/>
    <p:sldId id="280" r:id="rId13"/>
    <p:sldId id="2147471315" r:id="rId14"/>
    <p:sldId id="283" r:id="rId15"/>
    <p:sldId id="2147471314" r:id="rId16"/>
    <p:sldId id="2147471316" r:id="rId17"/>
    <p:sldId id="838840802" r:id="rId18"/>
    <p:sldId id="7473" r:id="rId19"/>
    <p:sldId id="290" r:id="rId20"/>
    <p:sldId id="258" r:id="rId21"/>
    <p:sldId id="259" r:id="rId22"/>
    <p:sldId id="270" r:id="rId23"/>
    <p:sldId id="262" r:id="rId24"/>
    <p:sldId id="272" r:id="rId25"/>
    <p:sldId id="507" r:id="rId26"/>
    <p:sldId id="488" r:id="rId27"/>
    <p:sldId id="505" r:id="rId28"/>
    <p:sldId id="510" r:id="rId29"/>
    <p:sldId id="490" r:id="rId30"/>
    <p:sldId id="2134805971"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51"/>
    <p:restoredTop sz="69033"/>
  </p:normalViewPr>
  <p:slideViewPr>
    <p:cSldViewPr snapToGrid="0">
      <p:cViewPr varScale="1">
        <p:scale>
          <a:sx n="43" d="100"/>
          <a:sy n="43" d="100"/>
        </p:scale>
        <p:origin x="158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 Type="http://schemas.openxmlformats.org/officeDocument/2006/relationships/customXml" Target="../customXml/item3.xml"/><Relationship Id="rId21" Type="http://schemas.openxmlformats.org/officeDocument/2006/relationships/slide" Target="slides/slide11.xml"/><Relationship Id="rId34" Type="http://schemas.openxmlformats.org/officeDocument/2006/relationships/viewProps" Target="viewProps.xml"/><Relationship Id="rId7" Type="http://schemas.openxmlformats.org/officeDocument/2006/relationships/slideMaster" Target="slideMasters/slideMaster4.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6.xml"/><Relationship Id="rId20" Type="http://schemas.openxmlformats.org/officeDocument/2006/relationships/slide" Target="slides/slide10.xml"/><Relationship Id="rId29" Type="http://schemas.openxmlformats.org/officeDocument/2006/relationships/slide" Target="slides/slide19.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tableStyles" Target="tableStyles.xml"/><Relationship Id="rId10" Type="http://schemas.openxmlformats.org/officeDocument/2006/relationships/slideMaster" Target="slideMasters/slideMaster7.xml"/><Relationship Id="rId19" Type="http://schemas.openxmlformats.org/officeDocument/2006/relationships/slide" Target="slides/slide9.xml"/><Relationship Id="rId31" Type="http://schemas.openxmlformats.org/officeDocument/2006/relationships/slide" Target="slides/slide2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F0F6E9A-A350-4B96-8FE4-8F87AF169B7A}" type="doc">
      <dgm:prSet loTypeId="urn:microsoft.com/office/officeart/2005/8/layout/lProcess3" loCatId="process" qsTypeId="urn:microsoft.com/office/officeart/2005/8/quickstyle/simple1" qsCatId="simple" csTypeId="urn:microsoft.com/office/officeart/2005/8/colors/accent1_2" csCatId="accent1" phldr="1"/>
      <dgm:spPr/>
      <dgm:t>
        <a:bodyPr/>
        <a:lstStyle/>
        <a:p>
          <a:endParaRPr lang="en-US"/>
        </a:p>
      </dgm:t>
    </dgm:pt>
    <dgm:pt modelId="{447D3BD2-5E01-42D5-8856-D4BA6AFF5201}">
      <dgm:prSet/>
      <dgm:spPr/>
      <dgm:t>
        <a:bodyPr/>
        <a:lstStyle/>
        <a:p>
          <a:r>
            <a:rPr lang="en-US" dirty="0"/>
            <a:t>For more than 95 years, VA Research has been improving the lives of Veterans and all Americans through health care discovery and innovation</a:t>
          </a:r>
        </a:p>
      </dgm:t>
    </dgm:pt>
    <dgm:pt modelId="{56D8E7A6-38C3-4537-A2E3-F19D56319262}" type="parTrans" cxnId="{00C9CD7C-2D1D-42B5-B9E7-A2ADC70465C7}">
      <dgm:prSet/>
      <dgm:spPr/>
      <dgm:t>
        <a:bodyPr/>
        <a:lstStyle/>
        <a:p>
          <a:endParaRPr lang="en-US"/>
        </a:p>
      </dgm:t>
    </dgm:pt>
    <dgm:pt modelId="{C5F09195-1036-4EDE-89EE-976F7426D183}" type="sibTrans" cxnId="{00C9CD7C-2D1D-42B5-B9E7-A2ADC70465C7}">
      <dgm:prSet/>
      <dgm:spPr/>
      <dgm:t>
        <a:bodyPr/>
        <a:lstStyle/>
        <a:p>
          <a:endParaRPr lang="en-US"/>
        </a:p>
      </dgm:t>
    </dgm:pt>
    <dgm:pt modelId="{041A01B9-F0FE-4FB6-B2CB-E6138288768F}">
      <dgm:prSet custT="1"/>
      <dgm:spPr/>
      <dgm:t>
        <a:bodyPr/>
        <a:lstStyle/>
        <a:p>
          <a:r>
            <a:rPr lang="en-US" sz="1400" dirty="0"/>
            <a:t>VA Research is part of the nation’s largest integrated health care system</a:t>
          </a:r>
        </a:p>
      </dgm:t>
    </dgm:pt>
    <dgm:pt modelId="{1687A01E-9CAD-4B46-8D6E-DB2BEAF7C6DE}" type="parTrans" cxnId="{BF7BC4FE-ADBB-46BB-A27A-7A546E63A18A}">
      <dgm:prSet/>
      <dgm:spPr/>
      <dgm:t>
        <a:bodyPr/>
        <a:lstStyle/>
        <a:p>
          <a:endParaRPr lang="en-US"/>
        </a:p>
      </dgm:t>
    </dgm:pt>
    <dgm:pt modelId="{3EAA6FD9-620A-4FD5-ACD4-89193CF55085}" type="sibTrans" cxnId="{BF7BC4FE-ADBB-46BB-A27A-7A546E63A18A}">
      <dgm:prSet/>
      <dgm:spPr/>
      <dgm:t>
        <a:bodyPr/>
        <a:lstStyle/>
        <a:p>
          <a:endParaRPr lang="en-US"/>
        </a:p>
      </dgm:t>
    </dgm:pt>
    <dgm:pt modelId="{E2006D73-E480-445E-9A8F-20F4B31194E4}">
      <dgm:prSet custT="1"/>
      <dgm:spPr/>
      <dgm:t>
        <a:bodyPr/>
        <a:lstStyle/>
        <a:p>
          <a:r>
            <a:rPr lang="en-US" sz="1200" dirty="0"/>
            <a:t>VA Research collaborates with university affiliates, other federal agencies, nonprofit organizations, and private industry</a:t>
          </a:r>
        </a:p>
      </dgm:t>
    </dgm:pt>
    <dgm:pt modelId="{C7F53179-19C1-43D8-8834-13B242C18A0D}" type="parTrans" cxnId="{BE695495-3CEB-4FB2-93D6-A1B355CF6759}">
      <dgm:prSet/>
      <dgm:spPr/>
      <dgm:t>
        <a:bodyPr/>
        <a:lstStyle/>
        <a:p>
          <a:endParaRPr lang="en-US"/>
        </a:p>
      </dgm:t>
    </dgm:pt>
    <dgm:pt modelId="{C7D59D00-94D4-4AB2-8A0A-FEBCD526D6C3}" type="sibTrans" cxnId="{BE695495-3CEB-4FB2-93D6-A1B355CF6759}">
      <dgm:prSet/>
      <dgm:spPr/>
      <dgm:t>
        <a:bodyPr/>
        <a:lstStyle/>
        <a:p>
          <a:endParaRPr lang="en-US"/>
        </a:p>
      </dgm:t>
    </dgm:pt>
    <dgm:pt modelId="{FD64612A-4D1D-4066-B14D-C955ED76E4B0}" type="pres">
      <dgm:prSet presAssocID="{AF0F6E9A-A350-4B96-8FE4-8F87AF169B7A}" presName="Name0" presStyleCnt="0">
        <dgm:presLayoutVars>
          <dgm:chPref val="3"/>
          <dgm:dir/>
          <dgm:animLvl val="lvl"/>
          <dgm:resizeHandles/>
        </dgm:presLayoutVars>
      </dgm:prSet>
      <dgm:spPr/>
    </dgm:pt>
    <dgm:pt modelId="{E265DB9F-C6CF-4933-A8A1-E2F330657240}" type="pres">
      <dgm:prSet presAssocID="{447D3BD2-5E01-42D5-8856-D4BA6AFF5201}" presName="horFlow" presStyleCnt="0"/>
      <dgm:spPr/>
    </dgm:pt>
    <dgm:pt modelId="{A46E6A81-2984-486D-803C-030356671819}" type="pres">
      <dgm:prSet presAssocID="{447D3BD2-5E01-42D5-8856-D4BA6AFF5201}" presName="bigChev" presStyleLbl="node1" presStyleIdx="0" presStyleCnt="1"/>
      <dgm:spPr/>
    </dgm:pt>
    <dgm:pt modelId="{04ABE46A-2AEF-4757-B913-05D2A23795D0}" type="pres">
      <dgm:prSet presAssocID="{1687A01E-9CAD-4B46-8D6E-DB2BEAF7C6DE}" presName="parTrans" presStyleCnt="0"/>
      <dgm:spPr/>
    </dgm:pt>
    <dgm:pt modelId="{D3436D30-E7BD-4488-B448-DAA48EB76F40}" type="pres">
      <dgm:prSet presAssocID="{041A01B9-F0FE-4FB6-B2CB-E6138288768F}" presName="node" presStyleLbl="alignAccFollowNode1" presStyleIdx="0" presStyleCnt="2">
        <dgm:presLayoutVars>
          <dgm:bulletEnabled val="1"/>
        </dgm:presLayoutVars>
      </dgm:prSet>
      <dgm:spPr/>
    </dgm:pt>
    <dgm:pt modelId="{040016D7-E651-44EF-8D38-2D4C59FF23F0}" type="pres">
      <dgm:prSet presAssocID="{3EAA6FD9-620A-4FD5-ACD4-89193CF55085}" presName="sibTrans" presStyleCnt="0"/>
      <dgm:spPr/>
    </dgm:pt>
    <dgm:pt modelId="{16B2F24F-7D72-48E6-9408-44B25D40AB21}" type="pres">
      <dgm:prSet presAssocID="{E2006D73-E480-445E-9A8F-20F4B31194E4}" presName="node" presStyleLbl="alignAccFollowNode1" presStyleIdx="1" presStyleCnt="2">
        <dgm:presLayoutVars>
          <dgm:bulletEnabled val="1"/>
        </dgm:presLayoutVars>
      </dgm:prSet>
      <dgm:spPr/>
    </dgm:pt>
  </dgm:ptLst>
  <dgm:cxnLst>
    <dgm:cxn modelId="{40B6C860-F84D-4081-A286-221534A9E8DC}" type="presOf" srcId="{AF0F6E9A-A350-4B96-8FE4-8F87AF169B7A}" destId="{FD64612A-4D1D-4066-B14D-C955ED76E4B0}" srcOrd="0" destOrd="0" presId="urn:microsoft.com/office/officeart/2005/8/layout/lProcess3"/>
    <dgm:cxn modelId="{F3D19443-7DCA-45C8-8C69-8018A22CAD7B}" type="presOf" srcId="{041A01B9-F0FE-4FB6-B2CB-E6138288768F}" destId="{D3436D30-E7BD-4488-B448-DAA48EB76F40}" srcOrd="0" destOrd="0" presId="urn:microsoft.com/office/officeart/2005/8/layout/lProcess3"/>
    <dgm:cxn modelId="{E9E3024E-F11A-418B-A944-785F962A36E4}" type="presOf" srcId="{E2006D73-E480-445E-9A8F-20F4B31194E4}" destId="{16B2F24F-7D72-48E6-9408-44B25D40AB21}" srcOrd="0" destOrd="0" presId="urn:microsoft.com/office/officeart/2005/8/layout/lProcess3"/>
    <dgm:cxn modelId="{00C9CD7C-2D1D-42B5-B9E7-A2ADC70465C7}" srcId="{AF0F6E9A-A350-4B96-8FE4-8F87AF169B7A}" destId="{447D3BD2-5E01-42D5-8856-D4BA6AFF5201}" srcOrd="0" destOrd="0" parTransId="{56D8E7A6-38C3-4537-A2E3-F19D56319262}" sibTransId="{C5F09195-1036-4EDE-89EE-976F7426D183}"/>
    <dgm:cxn modelId="{BE695495-3CEB-4FB2-93D6-A1B355CF6759}" srcId="{447D3BD2-5E01-42D5-8856-D4BA6AFF5201}" destId="{E2006D73-E480-445E-9A8F-20F4B31194E4}" srcOrd="1" destOrd="0" parTransId="{C7F53179-19C1-43D8-8834-13B242C18A0D}" sibTransId="{C7D59D00-94D4-4AB2-8A0A-FEBCD526D6C3}"/>
    <dgm:cxn modelId="{F9CF1EEB-2CA2-480D-96BD-70267DA571F4}" type="presOf" srcId="{447D3BD2-5E01-42D5-8856-D4BA6AFF5201}" destId="{A46E6A81-2984-486D-803C-030356671819}" srcOrd="0" destOrd="0" presId="urn:microsoft.com/office/officeart/2005/8/layout/lProcess3"/>
    <dgm:cxn modelId="{BF7BC4FE-ADBB-46BB-A27A-7A546E63A18A}" srcId="{447D3BD2-5E01-42D5-8856-D4BA6AFF5201}" destId="{041A01B9-F0FE-4FB6-B2CB-E6138288768F}" srcOrd="0" destOrd="0" parTransId="{1687A01E-9CAD-4B46-8D6E-DB2BEAF7C6DE}" sibTransId="{3EAA6FD9-620A-4FD5-ACD4-89193CF55085}"/>
    <dgm:cxn modelId="{4ED15EFC-DD67-465B-81E4-99DB7E8B1CA3}" type="presParOf" srcId="{FD64612A-4D1D-4066-B14D-C955ED76E4B0}" destId="{E265DB9F-C6CF-4933-A8A1-E2F330657240}" srcOrd="0" destOrd="0" presId="urn:microsoft.com/office/officeart/2005/8/layout/lProcess3"/>
    <dgm:cxn modelId="{30435E87-F48C-4E88-89E4-A097A413B537}" type="presParOf" srcId="{E265DB9F-C6CF-4933-A8A1-E2F330657240}" destId="{A46E6A81-2984-486D-803C-030356671819}" srcOrd="0" destOrd="0" presId="urn:microsoft.com/office/officeart/2005/8/layout/lProcess3"/>
    <dgm:cxn modelId="{851558CC-EB10-4CAA-B208-FA6DBBED27D9}" type="presParOf" srcId="{E265DB9F-C6CF-4933-A8A1-E2F330657240}" destId="{04ABE46A-2AEF-4757-B913-05D2A23795D0}" srcOrd="1" destOrd="0" presId="urn:microsoft.com/office/officeart/2005/8/layout/lProcess3"/>
    <dgm:cxn modelId="{19C474BD-3A6B-4DBA-AA67-08DAEE2C07CC}" type="presParOf" srcId="{E265DB9F-C6CF-4933-A8A1-E2F330657240}" destId="{D3436D30-E7BD-4488-B448-DAA48EB76F40}" srcOrd="2" destOrd="0" presId="urn:microsoft.com/office/officeart/2005/8/layout/lProcess3"/>
    <dgm:cxn modelId="{6B9E1646-9F85-4AC8-815B-5FAE10D64C39}" type="presParOf" srcId="{E265DB9F-C6CF-4933-A8A1-E2F330657240}" destId="{040016D7-E651-44EF-8D38-2D4C59FF23F0}" srcOrd="3" destOrd="0" presId="urn:microsoft.com/office/officeart/2005/8/layout/lProcess3"/>
    <dgm:cxn modelId="{6EC61B40-B93B-4831-A924-042BD66B1185}" type="presParOf" srcId="{E265DB9F-C6CF-4933-A8A1-E2F330657240}" destId="{16B2F24F-7D72-48E6-9408-44B25D40AB21}" srcOrd="4" destOrd="0" presId="urn:microsoft.com/office/officeart/2005/8/layout/l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6E6A81-2984-486D-803C-030356671819}">
      <dsp:nvSpPr>
        <dsp:cNvPr id="0" name=""/>
        <dsp:cNvSpPr/>
      </dsp:nvSpPr>
      <dsp:spPr>
        <a:xfrm>
          <a:off x="1947" y="59715"/>
          <a:ext cx="3010019" cy="1204007"/>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7620" rIns="0" bIns="7620" numCol="1" spcCol="1270" anchor="ctr" anchorCtr="0">
          <a:noAutofit/>
        </a:bodyPr>
        <a:lstStyle/>
        <a:p>
          <a:pPr marL="0" lvl="0" indent="0" algn="ctr" defTabSz="533400">
            <a:lnSpc>
              <a:spcPct val="90000"/>
            </a:lnSpc>
            <a:spcBef>
              <a:spcPct val="0"/>
            </a:spcBef>
            <a:spcAft>
              <a:spcPct val="35000"/>
            </a:spcAft>
            <a:buNone/>
          </a:pPr>
          <a:r>
            <a:rPr lang="en-US" sz="1200" kern="1200" dirty="0"/>
            <a:t>For more than 95 years, VA Research has been improving the lives of Veterans and all Americans through health care discovery and innovation</a:t>
          </a:r>
        </a:p>
      </dsp:txBody>
      <dsp:txXfrm>
        <a:off x="603951" y="59715"/>
        <a:ext cx="1806012" cy="1204007"/>
      </dsp:txXfrm>
    </dsp:sp>
    <dsp:sp modelId="{D3436D30-E7BD-4488-B448-DAA48EB76F40}">
      <dsp:nvSpPr>
        <dsp:cNvPr id="0" name=""/>
        <dsp:cNvSpPr/>
      </dsp:nvSpPr>
      <dsp:spPr>
        <a:xfrm>
          <a:off x="2620664" y="162056"/>
          <a:ext cx="2498315" cy="999326"/>
        </a:xfrm>
        <a:prstGeom prst="chevron">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8890" rIns="0" bIns="8890" numCol="1" spcCol="1270" anchor="ctr" anchorCtr="0">
          <a:noAutofit/>
        </a:bodyPr>
        <a:lstStyle/>
        <a:p>
          <a:pPr marL="0" lvl="0" indent="0" algn="ctr" defTabSz="622300">
            <a:lnSpc>
              <a:spcPct val="90000"/>
            </a:lnSpc>
            <a:spcBef>
              <a:spcPct val="0"/>
            </a:spcBef>
            <a:spcAft>
              <a:spcPct val="35000"/>
            </a:spcAft>
            <a:buNone/>
          </a:pPr>
          <a:r>
            <a:rPr lang="en-US" sz="1400" kern="1200" dirty="0"/>
            <a:t>VA Research is part of the nation’s largest integrated health care system</a:t>
          </a:r>
        </a:p>
      </dsp:txBody>
      <dsp:txXfrm>
        <a:off x="3120327" y="162056"/>
        <a:ext cx="1498989" cy="999326"/>
      </dsp:txXfrm>
    </dsp:sp>
    <dsp:sp modelId="{16B2F24F-7D72-48E6-9408-44B25D40AB21}">
      <dsp:nvSpPr>
        <dsp:cNvPr id="0" name=""/>
        <dsp:cNvSpPr/>
      </dsp:nvSpPr>
      <dsp:spPr>
        <a:xfrm>
          <a:off x="4769216" y="162056"/>
          <a:ext cx="2498315" cy="999326"/>
        </a:xfrm>
        <a:prstGeom prst="chevron">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marL="0" lvl="0" indent="0" algn="ctr" defTabSz="533400">
            <a:lnSpc>
              <a:spcPct val="90000"/>
            </a:lnSpc>
            <a:spcBef>
              <a:spcPct val="0"/>
            </a:spcBef>
            <a:spcAft>
              <a:spcPct val="35000"/>
            </a:spcAft>
            <a:buNone/>
          </a:pPr>
          <a:r>
            <a:rPr lang="en-US" sz="1200" kern="1200" dirty="0"/>
            <a:t>VA Research collaborates with university affiliates, other federal agencies, nonprofit organizations, and private industry</a:t>
          </a:r>
        </a:p>
      </dsp:txBody>
      <dsp:txXfrm>
        <a:off x="5268879" y="162056"/>
        <a:ext cx="1498989" cy="999326"/>
      </dsp:txXfrm>
    </dsp:sp>
  </dsp:spTree>
</dsp:drawing>
</file>

<file path=ppt/diagrams/layout1.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6AAF57-E05D-4724-9C6A-252FC0662209}" type="datetimeFigureOut">
              <a:t>6/5/2024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7FB256-23AB-44FD-8BBF-D9F223E5AFA3}" type="slidenum">
              <a:t>‹#›</a:t>
            </a:fld>
            <a:endParaRPr lang="en-US"/>
          </a:p>
        </p:txBody>
      </p:sp>
    </p:spTree>
    <p:extLst>
      <p:ext uri="{BB962C8B-B14F-4D97-AF65-F5344CB8AC3E}">
        <p14:creationId xmlns:p14="http://schemas.microsoft.com/office/powerpoint/2010/main" val="2624606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research.va.gov/about/strategic_priorities.cfm"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i="0" u="none"/>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87C5501-5A46-42AC-BFBE-2D1EBB5177F3}"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54239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VA carries out four specific health-related missions: health care, education, research and emergency response. </a:t>
            </a:r>
          </a:p>
          <a:p>
            <a:endParaRPr lang="en-US" dirty="0"/>
          </a:p>
          <a:p>
            <a:r>
              <a:rPr lang="en-US" dirty="0"/>
              <a:t>Within VA, good support and recognition of importance of research as part of our healthcare system as a learning organization and as a high reliability organization</a:t>
            </a:r>
          </a:p>
          <a:p>
            <a:endParaRPr lang="en-US" dirty="0"/>
          </a:p>
          <a:p>
            <a:r>
              <a:rPr lang="en-US" dirty="0"/>
              <a:t>In VA’s new strategic plan for 2022-2028 – the word research appears 280x</a:t>
            </a:r>
          </a:p>
        </p:txBody>
      </p:sp>
      <p:sp>
        <p:nvSpPr>
          <p:cNvPr id="4" name="Slide Number Placeholder 3"/>
          <p:cNvSpPr>
            <a:spLocks noGrp="1"/>
          </p:cNvSpPr>
          <p:nvPr>
            <p:ph type="sldNum" sz="quarter" idx="5"/>
          </p:nvPr>
        </p:nvSpPr>
        <p:spPr/>
        <p:txBody>
          <a:bodyPr/>
          <a:lstStyle/>
          <a:p>
            <a:fld id="{DA6F7D25-770E-4F77-8331-8C84F68246BD}" type="slidenum">
              <a:rPr lang="en-US" smtClean="0"/>
              <a:t>2</a:t>
            </a:fld>
            <a:endParaRPr lang="en-US"/>
          </a:p>
        </p:txBody>
      </p:sp>
    </p:spTree>
    <p:extLst>
      <p:ext uri="{BB962C8B-B14F-4D97-AF65-F5344CB8AC3E}">
        <p14:creationId xmlns:p14="http://schemas.microsoft.com/office/powerpoint/2010/main" val="21120692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212121"/>
                </a:solidFill>
                <a:effectLst/>
                <a:latin typeface="Calibri" panose="020F0502020204030204" pitchFamily="34" charset="0"/>
              </a:rPr>
              <a:t>VA research by statute and design is designed to improve care for Veterans – AND it also has a big impact on all Americans </a:t>
            </a:r>
          </a:p>
          <a:p>
            <a:r>
              <a:rPr lang="en-US" b="0" i="0" u="none" strike="noStrike" dirty="0">
                <a:solidFill>
                  <a:srgbClr val="212121"/>
                </a:solidFill>
                <a:effectLst/>
                <a:latin typeface="Calibri" panose="020F0502020204030204" pitchFamily="34" charset="0"/>
              </a:rPr>
              <a:t>(e.g., huge VA study was the first to confirm that treating high blood pressure saved lives (fewer strokes; fewer people who need dialysis; fewer heart attacks; </a:t>
            </a:r>
          </a:p>
          <a:p>
            <a:r>
              <a:rPr lang="en-US" b="0" i="0" u="none" strike="noStrike" dirty="0">
                <a:solidFill>
                  <a:srgbClr val="212121"/>
                </a:solidFill>
                <a:effectLst/>
                <a:latin typeface="Calibri" panose="020F0502020204030204" pitchFamily="34" charset="0"/>
              </a:rPr>
              <a:t>to this day men with suspected of having prostate cancer get a blood test developed by a VA pathologist; </a:t>
            </a:r>
          </a:p>
          <a:p>
            <a:r>
              <a:rPr lang="en-US" b="0" i="0" u="none" strike="noStrike" dirty="0">
                <a:solidFill>
                  <a:srgbClr val="212121"/>
                </a:solidFill>
                <a:effectLst/>
                <a:latin typeface="Calibri" panose="020F0502020204030204" pitchFamily="34" charset="0"/>
              </a:rPr>
              <a:t>as noted this week study done with VA showed that when people at risk of suicide have a plan for how they will pause when actively contemplating suicide the rate of completed suicides is decreased by 45%)</a:t>
            </a:r>
            <a:endParaRPr lang="en-US" dirty="0"/>
          </a:p>
        </p:txBody>
      </p:sp>
      <p:sp>
        <p:nvSpPr>
          <p:cNvPr id="4" name="Slide Number Placeholder 3"/>
          <p:cNvSpPr>
            <a:spLocks noGrp="1"/>
          </p:cNvSpPr>
          <p:nvPr>
            <p:ph type="sldNum" sz="quarter" idx="5"/>
          </p:nvPr>
        </p:nvSpPr>
        <p:spPr/>
        <p:txBody>
          <a:bodyPr/>
          <a:lstStyle/>
          <a:p>
            <a:fld id="{4F7FB256-23AB-44FD-8BBF-D9F223E5AFA3}" type="slidenum">
              <a:rPr lang="en-US" smtClean="0"/>
              <a:t>3</a:t>
            </a:fld>
            <a:endParaRPr lang="en-US"/>
          </a:p>
        </p:txBody>
      </p:sp>
    </p:spTree>
    <p:extLst>
      <p:ext uri="{BB962C8B-B14F-4D97-AF65-F5344CB8AC3E}">
        <p14:creationId xmlns:p14="http://schemas.microsoft.com/office/powerpoint/2010/main" val="40362993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F7FB256-23AB-44FD-8BBF-D9F223E5AFA3}" type="slidenum">
              <a:rPr lang="en-US" smtClean="0"/>
              <a:t>4</a:t>
            </a:fld>
            <a:endParaRPr lang="en-US"/>
          </a:p>
        </p:txBody>
      </p:sp>
    </p:spTree>
    <p:extLst>
      <p:ext uri="{BB962C8B-B14F-4D97-AF65-F5344CB8AC3E}">
        <p14:creationId xmlns:p14="http://schemas.microsoft.com/office/powerpoint/2010/main" val="23286167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1800" y="708025"/>
            <a:ext cx="6300788" cy="35433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lgn="l" defTabSz="931591">
              <a:defRPr/>
            </a:pPr>
            <a:fld id="{F7021451-1387-4CA6-816F-3879F97B5CBC}" type="slidenum">
              <a:rPr lang="en-US" sz="1800">
                <a:solidFill>
                  <a:prstClr val="black"/>
                </a:solidFill>
                <a:latin typeface="Calibri" panose="020F0502020204030204"/>
              </a:rPr>
              <a:pPr algn="l" defTabSz="931591">
                <a:defRPr/>
              </a:pPr>
              <a:t>5</a:t>
            </a:fld>
            <a:endParaRPr lang="en-US" sz="1800">
              <a:solidFill>
                <a:prstClr val="black"/>
              </a:solidFill>
              <a:latin typeface="Calibri" panose="020F0502020204030204"/>
            </a:endParaRPr>
          </a:p>
        </p:txBody>
      </p:sp>
    </p:spTree>
    <p:extLst>
      <p:ext uri="{BB962C8B-B14F-4D97-AF65-F5344CB8AC3E}">
        <p14:creationId xmlns:p14="http://schemas.microsoft.com/office/powerpoint/2010/main" val="20081516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0" i="0" dirty="0">
                <a:solidFill>
                  <a:srgbClr val="444444"/>
                </a:solidFill>
                <a:effectLst/>
                <a:latin typeface="Arial" panose="020B0604020202020204" pitchFamily="34" charset="0"/>
              </a:rPr>
              <a:t>For more than 95 years, the Veterans Affairs (VA) Research and Development program has been improving the lives of Veterans and all Americans through health care discovery and innovation. VA Research is unique because of its focus on health issues that affect Veterans. It is part of an integrated health care system with a state-of-the-art electronic health record and has come to be viewed as a model for superior bench-to-bedside research.</a:t>
            </a:r>
          </a:p>
          <a:p>
            <a:pPr marL="171450" indent="-171450">
              <a:buFont typeface="Arial" panose="020B0604020202020204" pitchFamily="34" charset="0"/>
              <a:buChar char="•"/>
            </a:pPr>
            <a:endParaRPr lang="en-US" b="0" i="0" dirty="0">
              <a:solidFill>
                <a:srgbClr val="444444"/>
              </a:solidFill>
              <a:effectLst/>
              <a:latin typeface="Arial" panose="020B0604020202020204" pitchFamily="34" charset="0"/>
            </a:endParaRPr>
          </a:p>
          <a:p>
            <a:pPr marL="171450" indent="-171450">
              <a:buFont typeface="Arial" panose="020B0604020202020204" pitchFamily="34" charset="0"/>
              <a:buChar char="•"/>
            </a:pPr>
            <a:r>
              <a:rPr lang="en-US" b="0" i="0" dirty="0">
                <a:solidFill>
                  <a:srgbClr val="444444"/>
                </a:solidFill>
                <a:effectLst/>
                <a:latin typeface="Arial" panose="020B0604020202020204" pitchFamily="34" charset="0"/>
              </a:rPr>
              <a:t>Today, VA Research has </a:t>
            </a:r>
            <a:r>
              <a:rPr lang="en-US" b="0" i="0" u="sng" dirty="0">
                <a:solidFill>
                  <a:srgbClr val="0B6CB2"/>
                </a:solidFill>
                <a:effectLst/>
                <a:latin typeface="Arial" panose="020B0604020202020204" pitchFamily="34" charset="0"/>
                <a:hlinkClick r:id="rId3"/>
              </a:rPr>
              <a:t>five overarching strategic priorities</a:t>
            </a:r>
            <a:r>
              <a:rPr lang="en-US" b="0" i="0" dirty="0">
                <a:solidFill>
                  <a:srgbClr val="444444"/>
                </a:solidFill>
                <a:effectLst/>
                <a:latin typeface="Arial" panose="020B0604020202020204" pitchFamily="34" charset="0"/>
              </a:rPr>
              <a:t>: increasing Veterans' access to high-quality clinical trials; increasing the real-world impact of VA research; putting VA data to work for Veterans; actively promoting diversity, equity, and inclusion; and building community through VA research.</a:t>
            </a:r>
            <a:endParaRPr lang="en-US" dirty="0"/>
          </a:p>
          <a:p>
            <a:endParaRPr lang="en-US" dirty="0"/>
          </a:p>
        </p:txBody>
      </p:sp>
      <p:sp>
        <p:nvSpPr>
          <p:cNvPr id="4" name="Slide Number Placeholder 3"/>
          <p:cNvSpPr>
            <a:spLocks noGrp="1"/>
          </p:cNvSpPr>
          <p:nvPr>
            <p:ph type="sldNum" sz="quarter" idx="5"/>
          </p:nvPr>
        </p:nvSpPr>
        <p:spPr/>
        <p:txBody>
          <a:bodyPr/>
          <a:lstStyle/>
          <a:p>
            <a:fld id="{6C8C2CAC-63AC-4147-8F63-E2517E1BB837}" type="slidenum">
              <a:rPr lang="en-US" smtClean="0"/>
              <a:t>6</a:t>
            </a:fld>
            <a:endParaRPr lang="en-US" dirty="0"/>
          </a:p>
        </p:txBody>
      </p:sp>
    </p:spTree>
    <p:extLst>
      <p:ext uri="{BB962C8B-B14F-4D97-AF65-F5344CB8AC3E}">
        <p14:creationId xmlns:p14="http://schemas.microsoft.com/office/powerpoint/2010/main" val="24098633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835876-04FF-4576-B96C-463AD6CCD8A4}" type="slidenum">
              <a:rPr lang="en-US" smtClean="0"/>
              <a:t>8</a:t>
            </a:fld>
            <a:endParaRPr lang="en-US"/>
          </a:p>
        </p:txBody>
      </p:sp>
    </p:spTree>
    <p:extLst>
      <p:ext uri="{BB962C8B-B14F-4D97-AF65-F5344CB8AC3E}">
        <p14:creationId xmlns:p14="http://schemas.microsoft.com/office/powerpoint/2010/main" val="20971924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6F7D25-770E-4F77-8331-8C84F68246BD}" type="slidenum">
              <a:rPr lang="en-US" smtClean="0"/>
              <a:t>9</a:t>
            </a:fld>
            <a:endParaRPr lang="en-US"/>
          </a:p>
        </p:txBody>
      </p:sp>
    </p:spTree>
    <p:extLst>
      <p:ext uri="{BB962C8B-B14F-4D97-AF65-F5344CB8AC3E}">
        <p14:creationId xmlns:p14="http://schemas.microsoft.com/office/powerpoint/2010/main" val="2113796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sz="1200" b="1" i="0" u="none" strike="noStrike" kern="1200" cap="none" spc="0" normalizeH="0" baseline="0" noProof="0" dirty="0">
              <a:ln>
                <a:noFill/>
              </a:ln>
              <a:solidFill>
                <a:prstClr val="white"/>
              </a:solidFill>
              <a:effectLst/>
              <a:uLnTx/>
              <a:uFillTx/>
              <a:latin typeface="Calibri" panose="020F0502020204030204"/>
              <a:cs typeface="Calibri"/>
            </a:endParaRPr>
          </a:p>
          <a:p>
            <a:pPr marL="171450" indent="-171450">
              <a:buFont typeface="Arial" panose="020B0604020202020204" pitchFamily="34" charset="0"/>
              <a:buChar char="•"/>
            </a:pPr>
            <a:endParaRPr lang="en-US" i="0" dirty="0">
              <a:latin typeface="+mn-lt"/>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6E0020C-34B3-4644-B138-3A9503ECB28E}" type="slidenum">
              <a:rPr kumimoji="0" lang="en-US" sz="13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3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3146345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a:p>
            <a:pPr marL="0" indent="0">
              <a:buFontTx/>
              <a:buNone/>
            </a:pPr>
            <a:endParaRPr lang="en-US" dirty="0"/>
          </a:p>
          <a:p>
            <a:pPr marL="0" indent="0">
              <a:buFontTx/>
              <a:buNone/>
            </a:pPr>
            <a:endParaRPr lang="en-US" dirty="0"/>
          </a:p>
        </p:txBody>
      </p:sp>
      <p:sp>
        <p:nvSpPr>
          <p:cNvPr id="4" name="Slide Number Placeholder 3"/>
          <p:cNvSpPr>
            <a:spLocks noGrp="1"/>
          </p:cNvSpPr>
          <p:nvPr>
            <p:ph type="sldNum" sz="quarter" idx="5"/>
          </p:nvPr>
        </p:nvSpPr>
        <p:spPr/>
        <p:txBody>
          <a:bodyPr/>
          <a:lstStyle/>
          <a:p>
            <a:fld id="{AEF2246F-B97D-A340-AC75-47532D5014D8}" type="slidenum">
              <a:rPr lang="en-US" smtClean="0"/>
              <a:t>12</a:t>
            </a:fld>
            <a:endParaRPr lang="en-US"/>
          </a:p>
        </p:txBody>
      </p:sp>
    </p:spTree>
    <p:extLst>
      <p:ext uri="{BB962C8B-B14F-4D97-AF65-F5344CB8AC3E}">
        <p14:creationId xmlns:p14="http://schemas.microsoft.com/office/powerpoint/2010/main" val="25065160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33333"/>
                </a:solidFill>
                <a:effectLst/>
                <a:latin typeface="Open Sans" panose="020B0606030504020204" pitchFamily="34" charset="0"/>
              </a:rPr>
              <a:t>HUD - Has been homeless and living as described for at least 12 months* or on at least 4 separate occasions in the last 3 years, as long as the combined occasions equal at least 12 months and each break in homelessness separating the occasions included at least 7 consecutive nights of not living as described.</a:t>
            </a:r>
          </a:p>
          <a:p>
            <a:endParaRPr lang="en-US" dirty="0"/>
          </a:p>
        </p:txBody>
      </p:sp>
      <p:sp>
        <p:nvSpPr>
          <p:cNvPr id="4" name="Slide Number Placeholder 3"/>
          <p:cNvSpPr>
            <a:spLocks noGrp="1"/>
          </p:cNvSpPr>
          <p:nvPr>
            <p:ph type="sldNum" sz="quarter" idx="10"/>
          </p:nvPr>
        </p:nvSpPr>
        <p:spPr/>
        <p:txBody>
          <a:bodyPr/>
          <a:lstStyle/>
          <a:p>
            <a:fld id="{A91214AE-1FC1-40F0-BE49-2398D464FAD8}" type="slidenum">
              <a:rPr lang="en-US" smtClean="0"/>
              <a:pPr/>
              <a:t>13</a:t>
            </a:fld>
            <a:endParaRPr lang="en-US"/>
          </a:p>
        </p:txBody>
      </p:sp>
    </p:spTree>
    <p:extLst>
      <p:ext uri="{BB962C8B-B14F-4D97-AF65-F5344CB8AC3E}">
        <p14:creationId xmlns:p14="http://schemas.microsoft.com/office/powerpoint/2010/main" val="36893658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Pleased to see that Homeless-experienced Veterans are once again a priority for VA.  When I started in 2010, it was made a high priority – see that at the time there was only 1 ORD project!  The work started with a 4 project joint initiative with HSR&amp;D funding.  The increase in fy14 reflects the increased attention to the issue.   This attention seemed to drop a bit as attention increased for suicide prevention, but as you see, the investment of the investigators and ORD has continued to increase.  </a:t>
            </a:r>
          </a:p>
        </p:txBody>
      </p:sp>
      <p:sp>
        <p:nvSpPr>
          <p:cNvPr id="4" name="Slide Number Placeholder 3"/>
          <p:cNvSpPr>
            <a:spLocks noGrp="1"/>
          </p:cNvSpPr>
          <p:nvPr>
            <p:ph type="sldNum" sz="quarter" idx="10"/>
          </p:nvPr>
        </p:nvSpPr>
        <p:spPr/>
        <p:txBody>
          <a:bodyPr/>
          <a:lstStyle/>
          <a:p>
            <a:fld id="{A91214AE-1FC1-40F0-BE49-2398D464FAD8}" type="slidenum">
              <a:rPr lang="en-US" smtClean="0"/>
              <a:pPr/>
              <a:t>14</a:t>
            </a:fld>
            <a:endParaRPr lang="en-US"/>
          </a:p>
        </p:txBody>
      </p:sp>
    </p:spTree>
    <p:extLst>
      <p:ext uri="{BB962C8B-B14F-4D97-AF65-F5344CB8AC3E}">
        <p14:creationId xmlns:p14="http://schemas.microsoft.com/office/powerpoint/2010/main" val="21883217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2E2E2E"/>
                </a:solidFill>
                <a:effectLst/>
                <a:latin typeface="Arial" panose="020B0604020202020204" pitchFamily="34" charset="0"/>
              </a:rPr>
              <a:t>The Center conducts and supports research; assesses the effectiveness of programs; identifies and disseminates best practices and integrates these practices into polices, programs, and services for homeless or at-risk Veterans; and serves as a resource center for all research and training activities carried out by the Department </a:t>
            </a:r>
            <a:r>
              <a:rPr lang="en-US" b="0" i="0" dirty="0">
                <a:solidFill>
                  <a:srgbClr val="2E2E2E"/>
                </a:solidFill>
                <a:effectLst/>
                <a:latin typeface="Arial" panose="020B0604020202020204" pitchFamily="34" charset="0"/>
              </a:rPr>
              <a:t>and by other Federal and non-Federal entities with respect to Veteran homelessness.  Developed a national cadre of affiliated investigators, many of whom seek and receive ORD research funds.   </a:t>
            </a:r>
          </a:p>
          <a:p>
            <a:endParaRPr lang="en-US" b="0" i="0" dirty="0">
              <a:solidFill>
                <a:srgbClr val="2E2E2E"/>
              </a:solidFill>
              <a:effectLst/>
              <a:latin typeface="Arial" panose="020B0604020202020204" pitchFamily="34" charset="0"/>
            </a:endParaRPr>
          </a:p>
          <a:p>
            <a:pPr marL="171450" indent="-171450">
              <a:buFont typeface="Arial" panose="020B0604020202020204" pitchFamily="34" charset="0"/>
              <a:buChar char="•"/>
            </a:pPr>
            <a:r>
              <a:rPr lang="en-US" dirty="0"/>
              <a:t>Determine the outcomes of Veterans contacting the </a:t>
            </a:r>
            <a:r>
              <a:rPr lang="en-US" b="1" dirty="0"/>
              <a:t>Homeless Call Center </a:t>
            </a:r>
            <a:r>
              <a:rPr lang="en-US" dirty="0"/>
              <a:t>and how to improve homeless prevention efforts</a:t>
            </a:r>
          </a:p>
          <a:p>
            <a:pPr marL="171450" indent="-171450">
              <a:buFont typeface="Arial" panose="020B0604020202020204" pitchFamily="34" charset="0"/>
              <a:buChar char="•"/>
            </a:pPr>
            <a:r>
              <a:rPr lang="en-US" dirty="0"/>
              <a:t>Compare characteristics of sheltered and unsheltered homeless veterans. </a:t>
            </a:r>
          </a:p>
          <a:p>
            <a:pPr marL="171450" indent="-171450">
              <a:buFont typeface="Arial" panose="020B0604020202020204" pitchFamily="34" charset="0"/>
              <a:buChar char="•"/>
            </a:pPr>
            <a:r>
              <a:rPr lang="en-US" dirty="0"/>
              <a:t>Longitudinal examination of VA homeless service users, their characteristics, and service use compared to other VA service users</a:t>
            </a:r>
          </a:p>
          <a:p>
            <a:pPr marL="171450" indent="-171450">
              <a:buFont typeface="Arial" panose="020B0604020202020204" pitchFamily="34" charset="0"/>
              <a:buChar char="•"/>
            </a:pPr>
            <a:r>
              <a:rPr lang="en-US" dirty="0"/>
              <a:t>study predicting positive and negative exits in HUD-VASH case management.</a:t>
            </a:r>
          </a:p>
          <a:p>
            <a:pPr marL="171450" indent="-171450">
              <a:buFont typeface="Arial" panose="020B0604020202020204" pitchFamily="34" charset="0"/>
              <a:buChar char="•"/>
            </a:pPr>
            <a:r>
              <a:rPr lang="en-US" dirty="0"/>
              <a:t>Use DOD data to identify Veterans at-risk of homelessness</a:t>
            </a:r>
          </a:p>
          <a:p>
            <a:pPr marL="171450" indent="-171450">
              <a:buFont typeface="Arial" panose="020B0604020202020204" pitchFamily="34" charset="0"/>
              <a:buChar char="•"/>
            </a:pPr>
            <a:r>
              <a:rPr lang="en-US" dirty="0"/>
              <a:t>Examine changes in healthcare delivery during COVID</a:t>
            </a:r>
          </a:p>
          <a:p>
            <a:pPr marL="171450" indent="-171450">
              <a:buFont typeface="Arial" panose="020B0604020202020204" pitchFamily="34" charset="0"/>
              <a:buChar char="•"/>
            </a:pPr>
            <a:r>
              <a:rPr lang="en-US" dirty="0"/>
              <a:t>Identify and define returns to homelessness</a:t>
            </a:r>
          </a:p>
          <a:p>
            <a:pPr marL="171450" indent="-171450">
              <a:buFont typeface="Arial" panose="020B0604020202020204" pitchFamily="34" charset="0"/>
              <a:buChar char="•"/>
            </a:pPr>
            <a:r>
              <a:rPr lang="en-US" dirty="0"/>
              <a:t>Identify major causes of mortality among justice-involved Veterans</a:t>
            </a:r>
          </a:p>
          <a:p>
            <a:pPr marL="171450" indent="-171450">
              <a:buFont typeface="Arial" panose="020B0604020202020204" pitchFamily="34" charset="0"/>
              <a:buChar char="•"/>
            </a:pPr>
            <a:r>
              <a:rPr lang="en-US" dirty="0"/>
              <a:t>Examine the use of battlefield acupuncture among homeless Veterans in Bedford</a:t>
            </a:r>
          </a:p>
          <a:p>
            <a:pPr marL="171450" indent="-171450">
              <a:buFont typeface="Arial" panose="020B0604020202020204" pitchFamily="34" charset="0"/>
              <a:buChar char="•"/>
            </a:pPr>
            <a:r>
              <a:rPr lang="en-US" dirty="0"/>
              <a:t>Analysis of suicide risk among homeless Veterans </a:t>
            </a:r>
          </a:p>
          <a:p>
            <a:endParaRPr lang="en-US" dirty="0"/>
          </a:p>
        </p:txBody>
      </p:sp>
      <p:sp>
        <p:nvSpPr>
          <p:cNvPr id="4" name="Slide Number Placeholder 3"/>
          <p:cNvSpPr>
            <a:spLocks noGrp="1"/>
          </p:cNvSpPr>
          <p:nvPr>
            <p:ph type="sldNum" sz="quarter" idx="10"/>
          </p:nvPr>
        </p:nvSpPr>
        <p:spPr/>
        <p:txBody>
          <a:bodyPr/>
          <a:lstStyle/>
          <a:p>
            <a:fld id="{A91214AE-1FC1-40F0-BE49-2398D464FAD8}" type="slidenum">
              <a:rPr lang="en-US" smtClean="0"/>
              <a:pPr/>
              <a:t>15</a:t>
            </a:fld>
            <a:endParaRPr lang="en-US"/>
          </a:p>
        </p:txBody>
      </p:sp>
    </p:spTree>
    <p:extLst>
      <p:ext uri="{BB962C8B-B14F-4D97-AF65-F5344CB8AC3E}">
        <p14:creationId xmlns:p14="http://schemas.microsoft.com/office/powerpoint/2010/main" val="11380886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3.xml"/><Relationship Id="rId4" Type="http://schemas.openxmlformats.org/officeDocument/2006/relationships/image" Target="../media/image4.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4.xml"/><Relationship Id="rId4" Type="http://schemas.openxmlformats.org/officeDocument/2006/relationships/image" Target="../media/image4.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5.xml"/><Relationship Id="rId4" Type="http://schemas.openxmlformats.org/officeDocument/2006/relationships/image" Target="../media/image4.emf"/></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3.xml"/><Relationship Id="rId1" Type="http://schemas.openxmlformats.org/officeDocument/2006/relationships/tags" Target="../tags/tag8.xml"/><Relationship Id="rId4" Type="http://schemas.openxmlformats.org/officeDocument/2006/relationships/image" Target="../media/image4.emf"/></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3.xml"/><Relationship Id="rId1" Type="http://schemas.openxmlformats.org/officeDocument/2006/relationships/tags" Target="../tags/tag9.xml"/><Relationship Id="rId4" Type="http://schemas.openxmlformats.org/officeDocument/2006/relationships/image" Target="../media/image4.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3.xml"/><Relationship Id="rId1" Type="http://schemas.openxmlformats.org/officeDocument/2006/relationships/tags" Target="../tags/tag10.xml"/><Relationship Id="rId4" Type="http://schemas.openxmlformats.org/officeDocument/2006/relationships/image" Target="../media/image4.emf"/></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5.xml"/><Relationship Id="rId1" Type="http://schemas.openxmlformats.org/officeDocument/2006/relationships/tags" Target="../tags/tag13.xml"/><Relationship Id="rId4" Type="http://schemas.openxmlformats.org/officeDocument/2006/relationships/image" Target="../media/image4.emf"/></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3" Type="http://schemas.openxmlformats.org/officeDocument/2006/relationships/slideMaster" Target="../slideMasters/slideMaster6.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12.emf"/><Relationship Id="rId4" Type="http://schemas.openxmlformats.org/officeDocument/2006/relationships/oleObject" Target="../embeddings/oleObject12.bin"/></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6.xml"/><Relationship Id="rId2" Type="http://schemas.openxmlformats.org/officeDocument/2006/relationships/tags" Target="../tags/tag19.xml"/><Relationship Id="rId1" Type="http://schemas.openxmlformats.org/officeDocument/2006/relationships/tags" Target="../tags/tag18.xml"/><Relationship Id="rId5" Type="http://schemas.openxmlformats.org/officeDocument/2006/relationships/image" Target="../media/image12.emf"/><Relationship Id="rId4" Type="http://schemas.openxmlformats.org/officeDocument/2006/relationships/oleObject" Target="../embeddings/oleObject13.bin"/></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3" Type="http://schemas.openxmlformats.org/officeDocument/2006/relationships/slideMaster" Target="../slideMasters/slideMaster6.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image" Target="../media/image13.png"/><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68.xml.rels><?xml version="1.0" encoding="UTF-8" standalone="yes"?>
<Relationships xmlns="http://schemas.openxmlformats.org/package/2006/relationships"><Relationship Id="rId3" Type="http://schemas.openxmlformats.org/officeDocument/2006/relationships/slideMaster" Target="../slideMasters/slideMaster6.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image" Target="../media/image13.png"/><Relationship Id="rId5" Type="http://schemas.openxmlformats.org/officeDocument/2006/relationships/image" Target="../media/image1.emf"/><Relationship Id="rId4" Type="http://schemas.openxmlformats.org/officeDocument/2006/relationships/oleObject" Target="../embeddings/oleObject15.bin"/></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7.xml"/><Relationship Id="rId1" Type="http://schemas.openxmlformats.org/officeDocument/2006/relationships/tags" Target="../tags/tag26.xml"/><Relationship Id="rId4" Type="http://schemas.openxmlformats.org/officeDocument/2006/relationships/image" Target="../media/image4.emf"/></Relationships>
</file>

<file path=ppt/slideLayouts/_rels/slideLayout72.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7.xml"/><Relationship Id="rId1" Type="http://schemas.openxmlformats.org/officeDocument/2006/relationships/tags" Target="../tags/tag27.xml"/><Relationship Id="rId4" Type="http://schemas.openxmlformats.org/officeDocument/2006/relationships/image" Target="../media/image4.emf"/></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6/5/2024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6/5/2024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6/5/2024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6/5/2024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6/5/2024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6DD2AB52-3520-4185-840D-69649027815F}"/>
              </a:ext>
            </a:extLst>
          </p:cNvPr>
          <p:cNvGraphicFramePr>
            <a:graphicFrameLocks noChangeAspect="1"/>
          </p:cNvGraphicFramePr>
          <p:nvPr userDrawn="1">
            <p:custDataLst>
              <p:tags r:id="rId1"/>
            </p:custDataLst>
            <p:extLst>
              <p:ext uri="{D42A27DB-BD31-4B8C-83A1-F6EECF244321}">
                <p14:modId xmlns:p14="http://schemas.microsoft.com/office/powerpoint/2010/main" val="41496998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8" name="Object 7" hidden="1">
                        <a:extLst>
                          <a:ext uri="{FF2B5EF4-FFF2-40B4-BE49-F238E27FC236}">
                            <a16:creationId xmlns:a16="http://schemas.microsoft.com/office/drawing/2014/main" id="{6DD2AB52-3520-4185-840D-69649027815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285750" y="166264"/>
            <a:ext cx="10515600" cy="618385"/>
          </a:xfrm>
        </p:spPr>
        <p:txBody>
          <a:bodyPr vert="horz"/>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6/5/2024</a:t>
            </a:fld>
            <a:endParaRPr lang="en-US"/>
          </a:p>
        </p:txBody>
      </p:sp>
      <p:sp>
        <p:nvSpPr>
          <p:cNvPr id="5" name="Footer Placeholder 4"/>
          <p:cNvSpPr>
            <a:spLocks noGrp="1"/>
          </p:cNvSpPr>
          <p:nvPr>
            <p:ph type="ftr" sz="quarter" idx="11"/>
          </p:nvPr>
        </p:nvSpPr>
        <p:spPr/>
        <p:txBody>
          <a:bodyPr/>
          <a:lstStyle/>
          <a:p>
            <a:r>
              <a:rPr lang="en-US"/>
              <a:t> </a:t>
            </a:r>
          </a:p>
        </p:txBody>
      </p:sp>
    </p:spTree>
    <p:extLst>
      <p:ext uri="{BB962C8B-B14F-4D97-AF65-F5344CB8AC3E}">
        <p14:creationId xmlns:p14="http://schemas.microsoft.com/office/powerpoint/2010/main" val="3799466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6/5/2024</a:t>
            </a:fld>
            <a:endParaRPr lang="en-US"/>
          </a:p>
        </p:txBody>
      </p:sp>
      <p:sp>
        <p:nvSpPr>
          <p:cNvPr id="3" name="Footer Placeholder 2"/>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662400528"/>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6/5/2024</a:t>
            </a:fld>
            <a:endParaRPr lang="en-US"/>
          </a:p>
        </p:txBody>
      </p:sp>
      <p:sp>
        <p:nvSpPr>
          <p:cNvPr id="4" name="Footer Placeholder 3"/>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4301326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6DD2AB52-3520-4185-840D-69649027815F}"/>
              </a:ext>
            </a:extLst>
          </p:cNvPr>
          <p:cNvGraphicFramePr>
            <a:graphicFrameLocks noChangeAspect="1"/>
          </p:cNvGraphicFramePr>
          <p:nvPr userDrawn="1">
            <p:custDataLst>
              <p:tags r:id="rId1"/>
            </p:custDataLst>
            <p:extLst>
              <p:ext uri="{D42A27DB-BD31-4B8C-83A1-F6EECF244321}">
                <p14:modId xmlns:p14="http://schemas.microsoft.com/office/powerpoint/2010/main" val="39058662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8" name="Object 7" hidden="1">
                        <a:extLst>
                          <a:ext uri="{FF2B5EF4-FFF2-40B4-BE49-F238E27FC236}">
                            <a16:creationId xmlns:a16="http://schemas.microsoft.com/office/drawing/2014/main" id="{6DD2AB52-3520-4185-840D-69649027815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285750" y="166264"/>
            <a:ext cx="10515600" cy="618385"/>
          </a:xfrm>
        </p:spPr>
        <p:txBody>
          <a:bodyPr vert="horz"/>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6/5/2024</a:t>
            </a:fld>
            <a:endParaRPr lang="en-US"/>
          </a:p>
        </p:txBody>
      </p:sp>
      <p:sp>
        <p:nvSpPr>
          <p:cNvPr id="5" name="Footer Placeholder 4"/>
          <p:cNvSpPr>
            <a:spLocks noGrp="1"/>
          </p:cNvSpPr>
          <p:nvPr>
            <p:ph type="ftr" sz="quarter" idx="11"/>
          </p:nvPr>
        </p:nvSpPr>
        <p:spPr/>
        <p:txBody>
          <a:bodyPr/>
          <a:lstStyle/>
          <a:p>
            <a:r>
              <a:rPr lang="en-US"/>
              <a:t> </a:t>
            </a:r>
          </a:p>
        </p:txBody>
      </p:sp>
    </p:spTree>
    <p:extLst>
      <p:ext uri="{BB962C8B-B14F-4D97-AF65-F5344CB8AC3E}">
        <p14:creationId xmlns:p14="http://schemas.microsoft.com/office/powerpoint/2010/main" val="21543762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6DD2AB52-3520-4185-840D-69649027815F}"/>
              </a:ext>
            </a:extLst>
          </p:cNvPr>
          <p:cNvGraphicFramePr>
            <a:graphicFrameLocks noChangeAspect="1"/>
          </p:cNvGraphicFramePr>
          <p:nvPr userDrawn="1">
            <p:custDataLst>
              <p:tags r:id="rId1"/>
            </p:custDataLst>
            <p:extLst>
              <p:ext uri="{D42A27DB-BD31-4B8C-83A1-F6EECF244321}">
                <p14:modId xmlns:p14="http://schemas.microsoft.com/office/powerpoint/2010/main" val="35999326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8" name="Object 7" hidden="1">
                        <a:extLst>
                          <a:ext uri="{FF2B5EF4-FFF2-40B4-BE49-F238E27FC236}">
                            <a16:creationId xmlns:a16="http://schemas.microsoft.com/office/drawing/2014/main" id="{6DD2AB52-3520-4185-840D-69649027815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285750" y="166264"/>
            <a:ext cx="10515600" cy="618385"/>
          </a:xfrm>
        </p:spPr>
        <p:txBody>
          <a:bodyPr vert="horz"/>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6/5/2024</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33173367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6/5/2024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70A9334-4E67-F94F-A05E-0CE8B74A054E}" type="slidenum">
              <a:rPr lang="en-US" smtClean="0"/>
              <a:pPr/>
              <a:t>‹#›</a:t>
            </a:fld>
            <a:endParaRPr lang="en-US"/>
          </a:p>
        </p:txBody>
      </p:sp>
    </p:spTree>
    <p:extLst>
      <p:ext uri="{BB962C8B-B14F-4D97-AF65-F5344CB8AC3E}">
        <p14:creationId xmlns:p14="http://schemas.microsoft.com/office/powerpoint/2010/main" val="2950086848"/>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6/5/2024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41945553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itle and Two Columns Horizontal">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3600"/>
            </a:lvl1pPr>
          </a:lstStyle>
          <a:p>
            <a:r>
              <a:rPr lang="en-US"/>
              <a:t>Click to edit master title style</a:t>
            </a:r>
          </a:p>
        </p:txBody>
      </p:sp>
      <p:sp>
        <p:nvSpPr>
          <p:cNvPr id="3" name="Content Placeholder 2"/>
          <p:cNvSpPr>
            <a:spLocks noGrp="1"/>
          </p:cNvSpPr>
          <p:nvPr>
            <p:ph sz="half" idx="1"/>
          </p:nvPr>
        </p:nvSpPr>
        <p:spPr>
          <a:xfrm>
            <a:off x="838200" y="1079501"/>
            <a:ext cx="5181600" cy="4831442"/>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079501"/>
            <a:ext cx="5181600" cy="4831443"/>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38915431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itle and Content w/ Alt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118873"/>
            <a:ext cx="10515600" cy="752929"/>
          </a:xfrm>
        </p:spPr>
        <p:txBody>
          <a:bodyPr/>
          <a:lstStyle/>
          <a:p>
            <a:r>
              <a:rPr lang="en-US"/>
              <a:t>Click to edit master title style</a:t>
            </a:r>
          </a:p>
        </p:txBody>
      </p:sp>
      <p:sp>
        <p:nvSpPr>
          <p:cNvPr id="3" name="Content Placeholder 2"/>
          <p:cNvSpPr>
            <a:spLocks noGrp="1"/>
          </p:cNvSpPr>
          <p:nvPr>
            <p:ph idx="1"/>
          </p:nvPr>
        </p:nvSpPr>
        <p:spPr>
          <a:xfrm>
            <a:off x="838200" y="1133857"/>
            <a:ext cx="10515600" cy="4818857"/>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FD912DB-CF58-2B44-B78F-FA5C3CCFF15B}"/>
              </a:ext>
            </a:extLst>
          </p:cNvPr>
          <p:cNvSpPr>
            <a:spLocks noGrp="1"/>
          </p:cNvSpPr>
          <p:nvPr>
            <p:ph type="body" sz="quarter" idx="13" hasCustomPrompt="1"/>
          </p:nvPr>
        </p:nvSpPr>
        <p:spPr>
          <a:xfrm>
            <a:off x="-3383279" y="982664"/>
            <a:ext cx="3108113" cy="5064125"/>
          </a:xfrm>
        </p:spPr>
        <p:txBody>
          <a:bodyPr/>
          <a:lstStyle>
            <a:lvl1pPr>
              <a:defRPr/>
            </a:lvl1pPr>
          </a:lstStyle>
          <a:p>
            <a:pPr lvl="0"/>
            <a:r>
              <a:rPr lang="en-US"/>
              <a:t>Insert alt text for complex graphic</a:t>
            </a:r>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376301092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6DD2AB52-3520-4185-840D-69649027815F}"/>
              </a:ext>
            </a:extLst>
          </p:cNvPr>
          <p:cNvGraphicFramePr>
            <a:graphicFrameLocks noChangeAspect="1"/>
          </p:cNvGraphicFramePr>
          <p:nvPr userDrawn="1">
            <p:custDataLst>
              <p:tags r:id="rId1"/>
            </p:custDataLst>
            <p:extLst>
              <p:ext uri="{D42A27DB-BD31-4B8C-83A1-F6EECF244321}">
                <p14:modId xmlns:p14="http://schemas.microsoft.com/office/powerpoint/2010/main" val="41496998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8" name="Object 7" hidden="1">
                        <a:extLst>
                          <a:ext uri="{FF2B5EF4-FFF2-40B4-BE49-F238E27FC236}">
                            <a16:creationId xmlns:a16="http://schemas.microsoft.com/office/drawing/2014/main" id="{6DD2AB52-3520-4185-840D-69649027815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285750" y="166264"/>
            <a:ext cx="10515600" cy="618385"/>
          </a:xfrm>
        </p:spPr>
        <p:txBody>
          <a:bodyPr vert="horz"/>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6/5/2024</a:t>
            </a:fld>
            <a:endParaRPr lang="en-US"/>
          </a:p>
        </p:txBody>
      </p:sp>
      <p:sp>
        <p:nvSpPr>
          <p:cNvPr id="5" name="Footer Placeholder 4"/>
          <p:cNvSpPr>
            <a:spLocks noGrp="1"/>
          </p:cNvSpPr>
          <p:nvPr>
            <p:ph type="ftr" sz="quarter" idx="11"/>
          </p:nvPr>
        </p:nvSpPr>
        <p:spPr/>
        <p:txBody>
          <a:bodyPr/>
          <a:lstStyle/>
          <a:p>
            <a:r>
              <a:rPr lang="en-US"/>
              <a:t> </a:t>
            </a:r>
          </a:p>
        </p:txBody>
      </p:sp>
    </p:spTree>
    <p:extLst>
      <p:ext uri="{BB962C8B-B14F-4D97-AF65-F5344CB8AC3E}">
        <p14:creationId xmlns:p14="http://schemas.microsoft.com/office/powerpoint/2010/main" val="3644880859"/>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6/5/2024</a:t>
            </a:fld>
            <a:endParaRPr lang="en-US"/>
          </a:p>
        </p:txBody>
      </p:sp>
      <p:sp>
        <p:nvSpPr>
          <p:cNvPr id="3" name="Footer Placeholder 2"/>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546468383"/>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6/5/2024</a:t>
            </a:fld>
            <a:endParaRPr lang="en-US"/>
          </a:p>
        </p:txBody>
      </p:sp>
      <p:sp>
        <p:nvSpPr>
          <p:cNvPr id="4" name="Footer Placeholder 3"/>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543513801"/>
      </p:ext>
    </p:extLst>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6DD2AB52-3520-4185-840D-69649027815F}"/>
              </a:ext>
            </a:extLst>
          </p:cNvPr>
          <p:cNvGraphicFramePr>
            <a:graphicFrameLocks noChangeAspect="1"/>
          </p:cNvGraphicFramePr>
          <p:nvPr userDrawn="1">
            <p:custDataLst>
              <p:tags r:id="rId1"/>
            </p:custDataLst>
            <p:extLst>
              <p:ext uri="{D42A27DB-BD31-4B8C-83A1-F6EECF244321}">
                <p14:modId xmlns:p14="http://schemas.microsoft.com/office/powerpoint/2010/main" val="39058662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8" name="Object 7" hidden="1">
                        <a:extLst>
                          <a:ext uri="{FF2B5EF4-FFF2-40B4-BE49-F238E27FC236}">
                            <a16:creationId xmlns:a16="http://schemas.microsoft.com/office/drawing/2014/main" id="{6DD2AB52-3520-4185-840D-69649027815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285750" y="166264"/>
            <a:ext cx="10515600" cy="618385"/>
          </a:xfrm>
        </p:spPr>
        <p:txBody>
          <a:bodyPr vert="horz"/>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6/5/2024</a:t>
            </a:fld>
            <a:endParaRPr lang="en-US"/>
          </a:p>
        </p:txBody>
      </p:sp>
      <p:sp>
        <p:nvSpPr>
          <p:cNvPr id="5" name="Footer Placeholder 4"/>
          <p:cNvSpPr>
            <a:spLocks noGrp="1"/>
          </p:cNvSpPr>
          <p:nvPr>
            <p:ph type="ftr" sz="quarter" idx="11"/>
          </p:nvPr>
        </p:nvSpPr>
        <p:spPr/>
        <p:txBody>
          <a:bodyPr/>
          <a:lstStyle/>
          <a:p>
            <a:r>
              <a:rPr lang="en-US"/>
              <a:t> </a:t>
            </a:r>
          </a:p>
        </p:txBody>
      </p:sp>
    </p:spTree>
    <p:extLst>
      <p:ext uri="{BB962C8B-B14F-4D97-AF65-F5344CB8AC3E}">
        <p14:creationId xmlns:p14="http://schemas.microsoft.com/office/powerpoint/2010/main" val="3173290111"/>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6DD2AB52-3520-4185-840D-69649027815F}"/>
              </a:ext>
            </a:extLst>
          </p:cNvPr>
          <p:cNvGraphicFramePr>
            <a:graphicFrameLocks noChangeAspect="1"/>
          </p:cNvGraphicFramePr>
          <p:nvPr userDrawn="1">
            <p:custDataLst>
              <p:tags r:id="rId1"/>
            </p:custDataLst>
            <p:extLst>
              <p:ext uri="{D42A27DB-BD31-4B8C-83A1-F6EECF244321}">
                <p14:modId xmlns:p14="http://schemas.microsoft.com/office/powerpoint/2010/main" val="35999326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8" name="Object 7" hidden="1">
                        <a:extLst>
                          <a:ext uri="{FF2B5EF4-FFF2-40B4-BE49-F238E27FC236}">
                            <a16:creationId xmlns:a16="http://schemas.microsoft.com/office/drawing/2014/main" id="{6DD2AB52-3520-4185-840D-69649027815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285750" y="166264"/>
            <a:ext cx="10515600" cy="618385"/>
          </a:xfrm>
        </p:spPr>
        <p:txBody>
          <a:bodyPr vert="horz"/>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6/5/2024</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4004611319"/>
      </p:ext>
    </p:extLst>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Title and Two Columns Horizontal">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3600"/>
            </a:lvl1pPr>
          </a:lstStyle>
          <a:p>
            <a:r>
              <a:rPr lang="en-US"/>
              <a:t>Click to edit master title style</a:t>
            </a:r>
          </a:p>
        </p:txBody>
      </p:sp>
      <p:sp>
        <p:nvSpPr>
          <p:cNvPr id="3" name="Content Placeholder 2"/>
          <p:cNvSpPr>
            <a:spLocks noGrp="1"/>
          </p:cNvSpPr>
          <p:nvPr>
            <p:ph sz="half" idx="1"/>
          </p:nvPr>
        </p:nvSpPr>
        <p:spPr>
          <a:xfrm>
            <a:off x="838200" y="1079501"/>
            <a:ext cx="5181600" cy="4831442"/>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079501"/>
            <a:ext cx="5181600" cy="4831443"/>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1475447981"/>
      </p:ext>
    </p:extLst>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Title and Content w/ Alt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118873"/>
            <a:ext cx="10515600" cy="752929"/>
          </a:xfrm>
        </p:spPr>
        <p:txBody>
          <a:bodyPr/>
          <a:lstStyle/>
          <a:p>
            <a:r>
              <a:rPr lang="en-US"/>
              <a:t>Click to edit master title style</a:t>
            </a:r>
          </a:p>
        </p:txBody>
      </p:sp>
      <p:sp>
        <p:nvSpPr>
          <p:cNvPr id="3" name="Content Placeholder 2"/>
          <p:cNvSpPr>
            <a:spLocks noGrp="1"/>
          </p:cNvSpPr>
          <p:nvPr>
            <p:ph idx="1"/>
          </p:nvPr>
        </p:nvSpPr>
        <p:spPr>
          <a:xfrm>
            <a:off x="838200" y="1133857"/>
            <a:ext cx="10515600" cy="4818857"/>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FD912DB-CF58-2B44-B78F-FA5C3CCFF15B}"/>
              </a:ext>
            </a:extLst>
          </p:cNvPr>
          <p:cNvSpPr>
            <a:spLocks noGrp="1"/>
          </p:cNvSpPr>
          <p:nvPr>
            <p:ph type="body" sz="quarter" idx="13" hasCustomPrompt="1"/>
          </p:nvPr>
        </p:nvSpPr>
        <p:spPr>
          <a:xfrm>
            <a:off x="-3383279" y="982664"/>
            <a:ext cx="3108113" cy="5064125"/>
          </a:xfrm>
        </p:spPr>
        <p:txBody>
          <a:bodyPr/>
          <a:lstStyle>
            <a:lvl1pPr>
              <a:defRPr/>
            </a:lvl1pPr>
          </a:lstStyle>
          <a:p>
            <a:pPr lvl="0"/>
            <a:r>
              <a:rPr lang="en-US"/>
              <a:t>Insert alt text for complex graphic</a:t>
            </a:r>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3572383186"/>
      </p:ext>
    </p:extLst>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6/5/2024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a:p>
        </p:txBody>
      </p:sp>
      <p:cxnSp>
        <p:nvCxnSpPr>
          <p:cNvPr id="7" name="Straight Connector 6" descr="&quot;&quot;">
            <a:extLst>
              <a:ext uri="{FF2B5EF4-FFF2-40B4-BE49-F238E27FC236}">
                <a16:creationId xmlns:a16="http://schemas.microsoft.com/office/drawing/2014/main" id="{BEAC91FE-22FD-4E6A-87EB-4B75B31CDEB8}"/>
              </a:ext>
            </a:extLst>
          </p:cNvPr>
          <p:cNvCxnSpPr/>
          <p:nvPr userDrawn="1"/>
        </p:nvCxnSpPr>
        <p:spPr>
          <a:xfrm>
            <a:off x="831851" y="3571876"/>
            <a:ext cx="10515600" cy="0"/>
          </a:xfrm>
          <a:prstGeom prst="line">
            <a:avLst/>
          </a:prstGeom>
          <a:ln>
            <a:solidFill>
              <a:srgbClr val="003F7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7542045"/>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49119D1-EF69-B642-9284-29DB4435091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47573F5-0B3A-034A-93E5-48E1CF4672CC}"/>
              </a:ext>
            </a:extLst>
          </p:cNvPr>
          <p:cNvSpPr>
            <a:spLocks noGrp="1"/>
          </p:cNvSpPr>
          <p:nvPr>
            <p:ph type="ctrTitle"/>
          </p:nvPr>
        </p:nvSpPr>
        <p:spPr>
          <a:xfrm>
            <a:off x="838200" y="1122363"/>
            <a:ext cx="10515600" cy="2387600"/>
          </a:xfrm>
        </p:spPr>
        <p:txBody>
          <a:bodyPr anchor="b">
            <a:normAutofit/>
          </a:bodyPr>
          <a:lstStyle>
            <a:lvl1pPr algn="ctr">
              <a:defRPr sz="5400">
                <a:solidFill>
                  <a:schemeClr val="bg1"/>
                </a:solidFill>
                <a:latin typeface="+mn-lt"/>
              </a:defRPr>
            </a:lvl1pPr>
          </a:lstStyle>
          <a:p>
            <a:r>
              <a:rPr lang="en-US"/>
              <a:t>Click to edit Master title style</a:t>
            </a:r>
          </a:p>
        </p:txBody>
      </p:sp>
      <p:sp>
        <p:nvSpPr>
          <p:cNvPr id="3" name="Subtitle 2">
            <a:extLst>
              <a:ext uri="{FF2B5EF4-FFF2-40B4-BE49-F238E27FC236}">
                <a16:creationId xmlns:a16="http://schemas.microsoft.com/office/drawing/2014/main" id="{DEAFA669-D6E2-6343-824B-C916255A285E}"/>
              </a:ext>
            </a:extLst>
          </p:cNvPr>
          <p:cNvSpPr>
            <a:spLocks noGrp="1"/>
          </p:cNvSpPr>
          <p:nvPr>
            <p:ph type="subTitle" idx="1"/>
          </p:nvPr>
        </p:nvSpPr>
        <p:spPr>
          <a:xfrm>
            <a:off x="838200" y="3602038"/>
            <a:ext cx="105156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3897649-3470-8C4D-82B2-902046EFCA2B}"/>
              </a:ext>
            </a:extLst>
          </p:cNvPr>
          <p:cNvSpPr>
            <a:spLocks noGrp="1"/>
          </p:cNvSpPr>
          <p:nvPr>
            <p:ph type="dt" sz="half" idx="10"/>
          </p:nvPr>
        </p:nvSpPr>
        <p:spPr>
          <a:xfrm>
            <a:off x="838200" y="6356350"/>
            <a:ext cx="2743200" cy="365125"/>
          </a:xfrm>
          <a:prstGeom prst="rect">
            <a:avLst/>
          </a:prstGeom>
        </p:spPr>
        <p:txBody>
          <a:bodyPr/>
          <a:lstStyle/>
          <a:p>
            <a:fld id="{B488004F-7F36-6749-9200-9CF40A1F9C4E}" type="datetime1">
              <a:rPr lang="en-US" smtClean="0"/>
              <a:t>6/5/2024</a:t>
            </a:fld>
            <a:endParaRPr lang="en-US"/>
          </a:p>
        </p:txBody>
      </p:sp>
      <p:sp>
        <p:nvSpPr>
          <p:cNvPr id="5" name="Footer Placeholder 4">
            <a:extLst>
              <a:ext uri="{FF2B5EF4-FFF2-40B4-BE49-F238E27FC236}">
                <a16:creationId xmlns:a16="http://schemas.microsoft.com/office/drawing/2014/main" id="{229FDB40-0BED-E544-BDBC-A11AC543C20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BC52A46-235D-BB4C-AC5E-4187FF165356}"/>
              </a:ext>
            </a:extLst>
          </p:cNvPr>
          <p:cNvSpPr>
            <a:spLocks noGrp="1"/>
          </p:cNvSpPr>
          <p:nvPr>
            <p:ph type="sldNum" sz="quarter" idx="12"/>
          </p:nvPr>
        </p:nvSpPr>
        <p:spPr/>
        <p:txBody>
          <a:bodyPr/>
          <a:lstStyle/>
          <a:p>
            <a:fld id="{42722E2A-141F-C448-A6A8-A8420CD539EC}" type="slidenum">
              <a:rPr lang="en-US" smtClean="0"/>
              <a:t>‹#›</a:t>
            </a:fld>
            <a:endParaRPr lang="en-US"/>
          </a:p>
        </p:txBody>
      </p:sp>
      <p:sp>
        <p:nvSpPr>
          <p:cNvPr id="11" name="Rectangle 10">
            <a:extLst>
              <a:ext uri="{FF2B5EF4-FFF2-40B4-BE49-F238E27FC236}">
                <a16:creationId xmlns:a16="http://schemas.microsoft.com/office/drawing/2014/main" id="{F8E611DA-5A8D-0F49-85E2-9DC630F87B9B}"/>
              </a:ext>
            </a:extLst>
          </p:cNvPr>
          <p:cNvSpPr/>
          <p:nvPr userDrawn="1"/>
        </p:nvSpPr>
        <p:spPr>
          <a:xfrm>
            <a:off x="0" y="-11875"/>
            <a:ext cx="12192000" cy="130629"/>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2145907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Picture 7" descr="Shape, circle&#10;&#10;Description automatically generated">
            <a:extLst>
              <a:ext uri="{FF2B5EF4-FFF2-40B4-BE49-F238E27FC236}">
                <a16:creationId xmlns:a16="http://schemas.microsoft.com/office/drawing/2014/main" id="{0261C979-8C1D-CA45-A42E-577505BEC651}"/>
              </a:ext>
            </a:extLst>
          </p:cNvPr>
          <p:cNvPicPr>
            <a:picLocks noChangeAspect="1"/>
          </p:cNvPicPr>
          <p:nvPr userDrawn="1"/>
        </p:nvPicPr>
        <p:blipFill>
          <a:blip r:embed="rId2" cstate="screen">
            <a:alphaModFix amt="70000"/>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C0826C7-5824-554A-8EEA-C1205CDB89D2}"/>
              </a:ext>
            </a:extLst>
          </p:cNvPr>
          <p:cNvSpPr>
            <a:spLocks noGrp="1"/>
          </p:cNvSpPr>
          <p:nvPr>
            <p:ph type="title"/>
          </p:nvPr>
        </p:nvSpPr>
        <p:spPr>
          <a:xfrm>
            <a:off x="838200" y="365126"/>
            <a:ext cx="10515600" cy="561150"/>
          </a:xfrm>
        </p:spPr>
        <p:txBody>
          <a:bodyPr>
            <a:noAutofit/>
          </a:bodyPr>
          <a:lstStyle>
            <a:lvl1pPr>
              <a:defRPr sz="3200" b="1">
                <a:solidFill>
                  <a:srgbClr val="0E406A"/>
                </a:solidFill>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CC103738-F8C9-5D43-ADBA-AC662F97D3CC}"/>
              </a:ext>
            </a:extLst>
          </p:cNvPr>
          <p:cNvSpPr>
            <a:spLocks noGrp="1"/>
          </p:cNvSpPr>
          <p:nvPr>
            <p:ph idx="1"/>
          </p:nvPr>
        </p:nvSpPr>
        <p:spPr>
          <a:xfrm>
            <a:off x="838200" y="1163782"/>
            <a:ext cx="10515600" cy="50131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576DA8-F895-DB49-B986-60416A9CDFA8}"/>
              </a:ext>
            </a:extLst>
          </p:cNvPr>
          <p:cNvSpPr>
            <a:spLocks noGrp="1"/>
          </p:cNvSpPr>
          <p:nvPr>
            <p:ph type="dt" sz="half" idx="10"/>
          </p:nvPr>
        </p:nvSpPr>
        <p:spPr>
          <a:xfrm>
            <a:off x="838200" y="6356350"/>
            <a:ext cx="2743200" cy="365125"/>
          </a:xfrm>
          <a:prstGeom prst="rect">
            <a:avLst/>
          </a:prstGeom>
        </p:spPr>
        <p:txBody>
          <a:bodyPr/>
          <a:lstStyle/>
          <a:p>
            <a:fld id="{3D5E9E82-2C1A-AD48-A359-B6A9AE734869}" type="datetime1">
              <a:rPr lang="en-US" smtClean="0"/>
              <a:t>6/5/2024</a:t>
            </a:fld>
            <a:endParaRPr lang="en-US"/>
          </a:p>
        </p:txBody>
      </p:sp>
      <p:sp>
        <p:nvSpPr>
          <p:cNvPr id="5" name="Footer Placeholder 4">
            <a:extLst>
              <a:ext uri="{FF2B5EF4-FFF2-40B4-BE49-F238E27FC236}">
                <a16:creationId xmlns:a16="http://schemas.microsoft.com/office/drawing/2014/main" id="{0BEB496F-58BA-AC49-900B-664CED5285A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CD6BB84-0752-0648-94D0-F62ABCCA55C0}"/>
              </a:ext>
            </a:extLst>
          </p:cNvPr>
          <p:cNvSpPr>
            <a:spLocks noGrp="1"/>
          </p:cNvSpPr>
          <p:nvPr>
            <p:ph type="sldNum" sz="quarter" idx="12"/>
          </p:nvPr>
        </p:nvSpPr>
        <p:spPr/>
        <p:txBody>
          <a:bodyPr/>
          <a:lstStyle/>
          <a:p>
            <a:fld id="{42722E2A-141F-C448-A6A8-A8420CD539EC}" type="slidenum">
              <a:rPr lang="en-US" smtClean="0"/>
              <a:t>‹#›</a:t>
            </a:fld>
            <a:endParaRPr lang="en-US"/>
          </a:p>
        </p:txBody>
      </p:sp>
    </p:spTree>
    <p:extLst>
      <p:ext uri="{BB962C8B-B14F-4D97-AF65-F5344CB8AC3E}">
        <p14:creationId xmlns:p14="http://schemas.microsoft.com/office/powerpoint/2010/main" val="185002398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826C7-5824-554A-8EEA-C1205CDB89D2}"/>
              </a:ext>
            </a:extLst>
          </p:cNvPr>
          <p:cNvSpPr>
            <a:spLocks noGrp="1"/>
          </p:cNvSpPr>
          <p:nvPr>
            <p:ph type="title"/>
          </p:nvPr>
        </p:nvSpPr>
        <p:spPr>
          <a:xfrm>
            <a:off x="838200" y="365126"/>
            <a:ext cx="10515600" cy="561150"/>
          </a:xfrm>
        </p:spPr>
        <p:txBody>
          <a:bodyPr>
            <a:noAutofit/>
          </a:bodyPr>
          <a:lstStyle>
            <a:lvl1pPr>
              <a:defRPr sz="3200" b="1">
                <a:solidFill>
                  <a:srgbClr val="0E406A"/>
                </a:solidFill>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CC103738-F8C9-5D43-ADBA-AC662F97D3CC}"/>
              </a:ext>
            </a:extLst>
          </p:cNvPr>
          <p:cNvSpPr>
            <a:spLocks noGrp="1"/>
          </p:cNvSpPr>
          <p:nvPr>
            <p:ph idx="1"/>
          </p:nvPr>
        </p:nvSpPr>
        <p:spPr>
          <a:xfrm>
            <a:off x="838200" y="1163782"/>
            <a:ext cx="10515600" cy="50131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576DA8-F895-DB49-B986-60416A9CDFA8}"/>
              </a:ext>
            </a:extLst>
          </p:cNvPr>
          <p:cNvSpPr>
            <a:spLocks noGrp="1"/>
          </p:cNvSpPr>
          <p:nvPr>
            <p:ph type="dt" sz="half" idx="10"/>
          </p:nvPr>
        </p:nvSpPr>
        <p:spPr>
          <a:xfrm>
            <a:off x="838200" y="6356350"/>
            <a:ext cx="2743200" cy="365125"/>
          </a:xfrm>
          <a:prstGeom prst="rect">
            <a:avLst/>
          </a:prstGeom>
        </p:spPr>
        <p:txBody>
          <a:bodyPr/>
          <a:lstStyle/>
          <a:p>
            <a:fld id="{7CD275C2-0225-7047-B62A-6F0348D64BEC}" type="datetime1">
              <a:rPr lang="en-US" smtClean="0"/>
              <a:t>6/5/2024</a:t>
            </a:fld>
            <a:endParaRPr lang="en-US"/>
          </a:p>
        </p:txBody>
      </p:sp>
      <p:sp>
        <p:nvSpPr>
          <p:cNvPr id="5" name="Footer Placeholder 4">
            <a:extLst>
              <a:ext uri="{FF2B5EF4-FFF2-40B4-BE49-F238E27FC236}">
                <a16:creationId xmlns:a16="http://schemas.microsoft.com/office/drawing/2014/main" id="{0BEB496F-58BA-AC49-900B-664CED5285A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CD6BB84-0752-0648-94D0-F62ABCCA55C0}"/>
              </a:ext>
            </a:extLst>
          </p:cNvPr>
          <p:cNvSpPr>
            <a:spLocks noGrp="1"/>
          </p:cNvSpPr>
          <p:nvPr>
            <p:ph type="sldNum" sz="quarter" idx="12"/>
          </p:nvPr>
        </p:nvSpPr>
        <p:spPr/>
        <p:txBody>
          <a:bodyPr/>
          <a:lstStyle/>
          <a:p>
            <a:fld id="{42722E2A-141F-C448-A6A8-A8420CD539EC}" type="slidenum">
              <a:rPr lang="en-US" smtClean="0"/>
              <a:t>‹#›</a:t>
            </a:fld>
            <a:endParaRPr lang="en-US"/>
          </a:p>
        </p:txBody>
      </p:sp>
    </p:spTree>
    <p:extLst>
      <p:ext uri="{BB962C8B-B14F-4D97-AF65-F5344CB8AC3E}">
        <p14:creationId xmlns:p14="http://schemas.microsoft.com/office/powerpoint/2010/main" val="186862573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6" descr="A picture containing shape&#10;&#10;Description automatically generated">
            <a:extLst>
              <a:ext uri="{FF2B5EF4-FFF2-40B4-BE49-F238E27FC236}">
                <a16:creationId xmlns:a16="http://schemas.microsoft.com/office/drawing/2014/main" id="{84A8C75E-88E4-C84C-85E2-17AF75DDCE2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219603C-07EA-3142-A791-7C3B874C5701}"/>
              </a:ext>
            </a:extLst>
          </p:cNvPr>
          <p:cNvSpPr>
            <a:spLocks noGrp="1"/>
          </p:cNvSpPr>
          <p:nvPr>
            <p:ph type="title"/>
          </p:nvPr>
        </p:nvSpPr>
        <p:spPr>
          <a:xfrm>
            <a:off x="831850" y="3788229"/>
            <a:ext cx="10515600" cy="774246"/>
          </a:xfrm>
        </p:spPr>
        <p:txBody>
          <a:bodyPr anchor="t"/>
          <a:lstStyle>
            <a:lvl1pPr>
              <a:defRPr sz="6000">
                <a:solidFill>
                  <a:schemeClr val="bg1"/>
                </a:solidFill>
                <a:latin typeface="+mn-lt"/>
              </a:defRPr>
            </a:lvl1pPr>
          </a:lstStyle>
          <a:p>
            <a:r>
              <a:rPr lang="en-US"/>
              <a:t>Click to edit Master title style</a:t>
            </a:r>
          </a:p>
        </p:txBody>
      </p:sp>
      <p:pic>
        <p:nvPicPr>
          <p:cNvPr id="10" name="Picture 9" descr="Background pattern&#10;&#10;Description automatically generated">
            <a:extLst>
              <a:ext uri="{FF2B5EF4-FFF2-40B4-BE49-F238E27FC236}">
                <a16:creationId xmlns:a16="http://schemas.microsoft.com/office/drawing/2014/main" id="{6F7E29C3-3EBE-DB46-AE58-645C742DF9D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Date Placeholder 3">
            <a:extLst>
              <a:ext uri="{FF2B5EF4-FFF2-40B4-BE49-F238E27FC236}">
                <a16:creationId xmlns:a16="http://schemas.microsoft.com/office/drawing/2014/main" id="{F724D9DE-76EB-C748-AB4A-D7B50498BA03}"/>
              </a:ext>
            </a:extLst>
          </p:cNvPr>
          <p:cNvSpPr>
            <a:spLocks noGrp="1"/>
          </p:cNvSpPr>
          <p:nvPr>
            <p:ph type="dt" sz="half" idx="10"/>
          </p:nvPr>
        </p:nvSpPr>
        <p:spPr>
          <a:xfrm>
            <a:off x="838200" y="6356350"/>
            <a:ext cx="2743200" cy="365125"/>
          </a:xfrm>
          <a:prstGeom prst="rect">
            <a:avLst/>
          </a:prstGeom>
        </p:spPr>
        <p:txBody>
          <a:bodyPr/>
          <a:lstStyle/>
          <a:p>
            <a:fld id="{E99E920F-3C95-BA42-B060-02FC0461DFA4}" type="datetime1">
              <a:rPr lang="en-US" smtClean="0"/>
              <a:t>6/5/2024</a:t>
            </a:fld>
            <a:endParaRPr lang="en-US"/>
          </a:p>
        </p:txBody>
      </p:sp>
      <p:sp>
        <p:nvSpPr>
          <p:cNvPr id="5" name="Footer Placeholder 4">
            <a:extLst>
              <a:ext uri="{FF2B5EF4-FFF2-40B4-BE49-F238E27FC236}">
                <a16:creationId xmlns:a16="http://schemas.microsoft.com/office/drawing/2014/main" id="{B8814203-5DE9-F640-9455-5BB4C7669FE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03039D2-2A12-724D-BD6A-F3EDB302FF55}"/>
              </a:ext>
            </a:extLst>
          </p:cNvPr>
          <p:cNvSpPr>
            <a:spLocks noGrp="1"/>
          </p:cNvSpPr>
          <p:nvPr>
            <p:ph type="sldNum" sz="quarter" idx="12"/>
          </p:nvPr>
        </p:nvSpPr>
        <p:spPr/>
        <p:txBody>
          <a:bodyPr/>
          <a:lstStyle/>
          <a:p>
            <a:fld id="{42722E2A-141F-C448-A6A8-A8420CD539EC}" type="slidenum">
              <a:rPr lang="en-US" smtClean="0"/>
              <a:t>‹#›</a:t>
            </a:fld>
            <a:endParaRPr lang="en-US"/>
          </a:p>
        </p:txBody>
      </p:sp>
      <p:cxnSp>
        <p:nvCxnSpPr>
          <p:cNvPr id="9" name="Straight Connector 8">
            <a:extLst>
              <a:ext uri="{FF2B5EF4-FFF2-40B4-BE49-F238E27FC236}">
                <a16:creationId xmlns:a16="http://schemas.microsoft.com/office/drawing/2014/main" id="{0DE39CB8-4420-C24E-A7E6-D4A588F4F997}"/>
              </a:ext>
            </a:extLst>
          </p:cNvPr>
          <p:cNvCxnSpPr/>
          <p:nvPr userDrawn="1"/>
        </p:nvCxnSpPr>
        <p:spPr>
          <a:xfrm>
            <a:off x="838200" y="3429000"/>
            <a:ext cx="105156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870080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64F3F-B611-D343-BC45-212C2822C0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1E6DFF3-BD54-9343-B822-E18BA077391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0C4374-2D02-A647-8654-719423DA60E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DC34228-012A-3242-8CAB-0935991D3997}"/>
              </a:ext>
            </a:extLst>
          </p:cNvPr>
          <p:cNvSpPr>
            <a:spLocks noGrp="1"/>
          </p:cNvSpPr>
          <p:nvPr>
            <p:ph type="dt" sz="half" idx="10"/>
          </p:nvPr>
        </p:nvSpPr>
        <p:spPr>
          <a:xfrm>
            <a:off x="838200" y="6356350"/>
            <a:ext cx="2743200" cy="365125"/>
          </a:xfrm>
          <a:prstGeom prst="rect">
            <a:avLst/>
          </a:prstGeom>
        </p:spPr>
        <p:txBody>
          <a:bodyPr/>
          <a:lstStyle/>
          <a:p>
            <a:fld id="{E67F6402-7DDD-DA44-B5EA-B02E765F9112}" type="datetime1">
              <a:rPr lang="en-US" smtClean="0"/>
              <a:t>6/5/2024</a:t>
            </a:fld>
            <a:endParaRPr lang="en-US"/>
          </a:p>
        </p:txBody>
      </p:sp>
      <p:sp>
        <p:nvSpPr>
          <p:cNvPr id="6" name="Footer Placeholder 5">
            <a:extLst>
              <a:ext uri="{FF2B5EF4-FFF2-40B4-BE49-F238E27FC236}">
                <a16:creationId xmlns:a16="http://schemas.microsoft.com/office/drawing/2014/main" id="{4CD20331-5C9C-2B40-BB15-6C4D097A179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DF9D50D1-4630-D84E-993D-B1E31F3A68B9}"/>
              </a:ext>
            </a:extLst>
          </p:cNvPr>
          <p:cNvSpPr>
            <a:spLocks noGrp="1"/>
          </p:cNvSpPr>
          <p:nvPr>
            <p:ph type="sldNum" sz="quarter" idx="12"/>
          </p:nvPr>
        </p:nvSpPr>
        <p:spPr/>
        <p:txBody>
          <a:bodyPr/>
          <a:lstStyle/>
          <a:p>
            <a:fld id="{42722E2A-141F-C448-A6A8-A8420CD539EC}" type="slidenum">
              <a:rPr lang="en-US" smtClean="0"/>
              <a:t>‹#›</a:t>
            </a:fld>
            <a:endParaRPr lang="en-US"/>
          </a:p>
        </p:txBody>
      </p:sp>
    </p:spTree>
    <p:extLst>
      <p:ext uri="{BB962C8B-B14F-4D97-AF65-F5344CB8AC3E}">
        <p14:creationId xmlns:p14="http://schemas.microsoft.com/office/powerpoint/2010/main" val="271114849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D08B5-02A7-5748-A14C-B0CFD58CB86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D81B667-8D09-3C43-BE83-2BA1E5C7D7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88A72DC-83B5-B64F-9FFC-508AF06E438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8FFA008-2E57-B84B-B93B-5EDD9B8572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DF3BB24-3462-2C44-AC24-26F53A487DD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F728E6E-D179-8B40-B973-BF98B0136A9F}"/>
              </a:ext>
            </a:extLst>
          </p:cNvPr>
          <p:cNvSpPr>
            <a:spLocks noGrp="1"/>
          </p:cNvSpPr>
          <p:nvPr>
            <p:ph type="dt" sz="half" idx="10"/>
          </p:nvPr>
        </p:nvSpPr>
        <p:spPr>
          <a:xfrm>
            <a:off x="838200" y="6356350"/>
            <a:ext cx="2743200" cy="365125"/>
          </a:xfrm>
          <a:prstGeom prst="rect">
            <a:avLst/>
          </a:prstGeom>
        </p:spPr>
        <p:txBody>
          <a:bodyPr/>
          <a:lstStyle/>
          <a:p>
            <a:fld id="{D1C7A2A0-AE26-ED4A-AA8C-4D394B4D3180}" type="datetime1">
              <a:rPr lang="en-US" smtClean="0"/>
              <a:t>6/5/2024</a:t>
            </a:fld>
            <a:endParaRPr lang="en-US"/>
          </a:p>
        </p:txBody>
      </p:sp>
      <p:sp>
        <p:nvSpPr>
          <p:cNvPr id="8" name="Footer Placeholder 7">
            <a:extLst>
              <a:ext uri="{FF2B5EF4-FFF2-40B4-BE49-F238E27FC236}">
                <a16:creationId xmlns:a16="http://schemas.microsoft.com/office/drawing/2014/main" id="{73CC3CCA-C9FE-A54F-B795-F45CE74A1AF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1777E1EB-1EE1-8045-AB2A-ED7B23676853}"/>
              </a:ext>
            </a:extLst>
          </p:cNvPr>
          <p:cNvSpPr>
            <a:spLocks noGrp="1"/>
          </p:cNvSpPr>
          <p:nvPr>
            <p:ph type="sldNum" sz="quarter" idx="12"/>
          </p:nvPr>
        </p:nvSpPr>
        <p:spPr/>
        <p:txBody>
          <a:bodyPr/>
          <a:lstStyle/>
          <a:p>
            <a:fld id="{42722E2A-141F-C448-A6A8-A8420CD539EC}" type="slidenum">
              <a:rPr lang="en-US" smtClean="0"/>
              <a:t>‹#›</a:t>
            </a:fld>
            <a:endParaRPr lang="en-US"/>
          </a:p>
        </p:txBody>
      </p:sp>
    </p:spTree>
    <p:extLst>
      <p:ext uri="{BB962C8B-B14F-4D97-AF65-F5344CB8AC3E}">
        <p14:creationId xmlns:p14="http://schemas.microsoft.com/office/powerpoint/2010/main" val="227023687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FC893-4577-1D48-A99A-6A89E33B5B0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838F363-0FCB-3048-B8A3-DDC8FCFF3BEB}"/>
              </a:ext>
            </a:extLst>
          </p:cNvPr>
          <p:cNvSpPr>
            <a:spLocks noGrp="1"/>
          </p:cNvSpPr>
          <p:nvPr>
            <p:ph type="dt" sz="half" idx="10"/>
          </p:nvPr>
        </p:nvSpPr>
        <p:spPr>
          <a:xfrm>
            <a:off x="838200" y="6356350"/>
            <a:ext cx="2743200" cy="365125"/>
          </a:xfrm>
          <a:prstGeom prst="rect">
            <a:avLst/>
          </a:prstGeom>
        </p:spPr>
        <p:txBody>
          <a:bodyPr/>
          <a:lstStyle/>
          <a:p>
            <a:fld id="{DC9ED58A-B53F-FE46-8A4B-3E80D4FAC859}" type="datetime1">
              <a:rPr lang="en-US" smtClean="0"/>
              <a:t>6/5/2024</a:t>
            </a:fld>
            <a:endParaRPr lang="en-US"/>
          </a:p>
        </p:txBody>
      </p:sp>
      <p:sp>
        <p:nvSpPr>
          <p:cNvPr id="4" name="Footer Placeholder 3">
            <a:extLst>
              <a:ext uri="{FF2B5EF4-FFF2-40B4-BE49-F238E27FC236}">
                <a16:creationId xmlns:a16="http://schemas.microsoft.com/office/drawing/2014/main" id="{7FFEDBF6-58C6-A946-8B87-6165669262F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20832C68-9A3A-D648-9EA9-4AA633EC7172}"/>
              </a:ext>
            </a:extLst>
          </p:cNvPr>
          <p:cNvSpPr>
            <a:spLocks noGrp="1"/>
          </p:cNvSpPr>
          <p:nvPr>
            <p:ph type="sldNum" sz="quarter" idx="12"/>
          </p:nvPr>
        </p:nvSpPr>
        <p:spPr/>
        <p:txBody>
          <a:bodyPr/>
          <a:lstStyle/>
          <a:p>
            <a:fld id="{42722E2A-141F-C448-A6A8-A8420CD539EC}" type="slidenum">
              <a:rPr lang="en-US" smtClean="0"/>
              <a:t>‹#›</a:t>
            </a:fld>
            <a:endParaRPr lang="en-US"/>
          </a:p>
        </p:txBody>
      </p:sp>
    </p:spTree>
    <p:extLst>
      <p:ext uri="{BB962C8B-B14F-4D97-AF65-F5344CB8AC3E}">
        <p14:creationId xmlns:p14="http://schemas.microsoft.com/office/powerpoint/2010/main" val="116678006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55D5C2-F5FF-9243-9A70-67CF6DE5D537}"/>
              </a:ext>
            </a:extLst>
          </p:cNvPr>
          <p:cNvSpPr>
            <a:spLocks noGrp="1"/>
          </p:cNvSpPr>
          <p:nvPr>
            <p:ph type="dt" sz="half" idx="10"/>
          </p:nvPr>
        </p:nvSpPr>
        <p:spPr>
          <a:xfrm>
            <a:off x="838200" y="6356350"/>
            <a:ext cx="2743200" cy="365125"/>
          </a:xfrm>
          <a:prstGeom prst="rect">
            <a:avLst/>
          </a:prstGeom>
        </p:spPr>
        <p:txBody>
          <a:bodyPr/>
          <a:lstStyle/>
          <a:p>
            <a:fld id="{8E9CD0A9-3890-7949-974B-46CD7B04DF21}" type="datetime1">
              <a:rPr lang="en-US" smtClean="0"/>
              <a:t>6/5/2024</a:t>
            </a:fld>
            <a:endParaRPr lang="en-US"/>
          </a:p>
        </p:txBody>
      </p:sp>
      <p:sp>
        <p:nvSpPr>
          <p:cNvPr id="3" name="Footer Placeholder 2">
            <a:extLst>
              <a:ext uri="{FF2B5EF4-FFF2-40B4-BE49-F238E27FC236}">
                <a16:creationId xmlns:a16="http://schemas.microsoft.com/office/drawing/2014/main" id="{B2030D40-824C-FF4C-A106-2F25EBAFB35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49950650-CCC3-9D4E-A2E1-C6BFFD2BE297}"/>
              </a:ext>
            </a:extLst>
          </p:cNvPr>
          <p:cNvSpPr>
            <a:spLocks noGrp="1"/>
          </p:cNvSpPr>
          <p:nvPr>
            <p:ph type="sldNum" sz="quarter" idx="12"/>
          </p:nvPr>
        </p:nvSpPr>
        <p:spPr/>
        <p:txBody>
          <a:bodyPr/>
          <a:lstStyle/>
          <a:p>
            <a:fld id="{42722E2A-141F-C448-A6A8-A8420CD539EC}" type="slidenum">
              <a:rPr lang="en-US" smtClean="0"/>
              <a:t>‹#›</a:t>
            </a:fld>
            <a:endParaRPr lang="en-US"/>
          </a:p>
        </p:txBody>
      </p:sp>
    </p:spTree>
    <p:extLst>
      <p:ext uri="{BB962C8B-B14F-4D97-AF65-F5344CB8AC3E}">
        <p14:creationId xmlns:p14="http://schemas.microsoft.com/office/powerpoint/2010/main" val="89490927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5BF99-CE09-FA48-9021-55B61FB9D1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7E8D589-0C97-8841-AF56-238058189C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77ADDE5-3C5D-494D-ACBB-0847ADF404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130B03-6867-C14B-9A68-AF3C363DF885}"/>
              </a:ext>
            </a:extLst>
          </p:cNvPr>
          <p:cNvSpPr>
            <a:spLocks noGrp="1"/>
          </p:cNvSpPr>
          <p:nvPr>
            <p:ph type="dt" sz="half" idx="10"/>
          </p:nvPr>
        </p:nvSpPr>
        <p:spPr>
          <a:xfrm>
            <a:off x="838200" y="6356350"/>
            <a:ext cx="2743200" cy="365125"/>
          </a:xfrm>
          <a:prstGeom prst="rect">
            <a:avLst/>
          </a:prstGeom>
        </p:spPr>
        <p:txBody>
          <a:bodyPr/>
          <a:lstStyle/>
          <a:p>
            <a:fld id="{0534E2EF-5DF4-044F-A2CD-94DCF14EB3E4}" type="datetime1">
              <a:rPr lang="en-US" smtClean="0"/>
              <a:t>6/5/2024</a:t>
            </a:fld>
            <a:endParaRPr lang="en-US"/>
          </a:p>
        </p:txBody>
      </p:sp>
      <p:sp>
        <p:nvSpPr>
          <p:cNvPr id="6" name="Footer Placeholder 5">
            <a:extLst>
              <a:ext uri="{FF2B5EF4-FFF2-40B4-BE49-F238E27FC236}">
                <a16:creationId xmlns:a16="http://schemas.microsoft.com/office/drawing/2014/main" id="{AC3DC236-E269-1A4F-A9D8-16C4A32E397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738A843E-6ACE-674F-B9DB-B41057E54B32}"/>
              </a:ext>
            </a:extLst>
          </p:cNvPr>
          <p:cNvSpPr>
            <a:spLocks noGrp="1"/>
          </p:cNvSpPr>
          <p:nvPr>
            <p:ph type="sldNum" sz="quarter" idx="12"/>
          </p:nvPr>
        </p:nvSpPr>
        <p:spPr/>
        <p:txBody>
          <a:bodyPr/>
          <a:lstStyle/>
          <a:p>
            <a:fld id="{42722E2A-141F-C448-A6A8-A8420CD539EC}" type="slidenum">
              <a:rPr lang="en-US" smtClean="0"/>
              <a:t>‹#›</a:t>
            </a:fld>
            <a:endParaRPr lang="en-US"/>
          </a:p>
        </p:txBody>
      </p:sp>
    </p:spTree>
    <p:extLst>
      <p:ext uri="{BB962C8B-B14F-4D97-AF65-F5344CB8AC3E}">
        <p14:creationId xmlns:p14="http://schemas.microsoft.com/office/powerpoint/2010/main" val="219212296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C2966-66BA-5D44-8A15-F2CBF648D4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434A21-AE3C-8E4B-A809-9272B58BA11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32F3BBC-848A-6F48-909F-B1D873BC83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172E93-132B-EF45-9DD0-24F0ABB848B6}"/>
              </a:ext>
            </a:extLst>
          </p:cNvPr>
          <p:cNvSpPr>
            <a:spLocks noGrp="1"/>
          </p:cNvSpPr>
          <p:nvPr>
            <p:ph type="dt" sz="half" idx="10"/>
          </p:nvPr>
        </p:nvSpPr>
        <p:spPr>
          <a:xfrm>
            <a:off x="838200" y="6356350"/>
            <a:ext cx="2743200" cy="365125"/>
          </a:xfrm>
          <a:prstGeom prst="rect">
            <a:avLst/>
          </a:prstGeom>
        </p:spPr>
        <p:txBody>
          <a:bodyPr/>
          <a:lstStyle/>
          <a:p>
            <a:fld id="{326DCC00-1E4D-DD4F-994C-7AC2711B519F}" type="datetime1">
              <a:rPr lang="en-US" smtClean="0"/>
              <a:t>6/5/2024</a:t>
            </a:fld>
            <a:endParaRPr lang="en-US"/>
          </a:p>
        </p:txBody>
      </p:sp>
      <p:sp>
        <p:nvSpPr>
          <p:cNvPr id="6" name="Footer Placeholder 5">
            <a:extLst>
              <a:ext uri="{FF2B5EF4-FFF2-40B4-BE49-F238E27FC236}">
                <a16:creationId xmlns:a16="http://schemas.microsoft.com/office/drawing/2014/main" id="{C6FC88A4-D019-E44C-BD30-6851C5F870E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414BD22-553D-884B-BB84-64BFF93F1451}"/>
              </a:ext>
            </a:extLst>
          </p:cNvPr>
          <p:cNvSpPr>
            <a:spLocks noGrp="1"/>
          </p:cNvSpPr>
          <p:nvPr>
            <p:ph type="sldNum" sz="quarter" idx="12"/>
          </p:nvPr>
        </p:nvSpPr>
        <p:spPr/>
        <p:txBody>
          <a:bodyPr/>
          <a:lstStyle/>
          <a:p>
            <a:fld id="{42722E2A-141F-C448-A6A8-A8420CD539EC}" type="slidenum">
              <a:rPr lang="en-US" smtClean="0"/>
              <a:t>‹#›</a:t>
            </a:fld>
            <a:endParaRPr lang="en-US"/>
          </a:p>
        </p:txBody>
      </p:sp>
    </p:spTree>
    <p:extLst>
      <p:ext uri="{BB962C8B-B14F-4D97-AF65-F5344CB8AC3E}">
        <p14:creationId xmlns:p14="http://schemas.microsoft.com/office/powerpoint/2010/main" val="7803301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4F87A-EAFA-694C-8934-538934E4FE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67C25E4-4379-1D4C-B2E8-9411CCB8C3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7AFE7A-0D2E-EC42-98E5-999813D5BA93}"/>
              </a:ext>
            </a:extLst>
          </p:cNvPr>
          <p:cNvSpPr>
            <a:spLocks noGrp="1"/>
          </p:cNvSpPr>
          <p:nvPr>
            <p:ph type="dt" sz="half" idx="10"/>
          </p:nvPr>
        </p:nvSpPr>
        <p:spPr>
          <a:xfrm>
            <a:off x="838200" y="6356350"/>
            <a:ext cx="2743200" cy="365125"/>
          </a:xfrm>
          <a:prstGeom prst="rect">
            <a:avLst/>
          </a:prstGeom>
        </p:spPr>
        <p:txBody>
          <a:bodyPr/>
          <a:lstStyle/>
          <a:p>
            <a:fld id="{7E033A07-2B0A-E449-A11E-713E1639914F}" type="datetime1">
              <a:rPr lang="en-US" smtClean="0"/>
              <a:t>6/5/2024</a:t>
            </a:fld>
            <a:endParaRPr lang="en-US"/>
          </a:p>
        </p:txBody>
      </p:sp>
      <p:sp>
        <p:nvSpPr>
          <p:cNvPr id="5" name="Footer Placeholder 4">
            <a:extLst>
              <a:ext uri="{FF2B5EF4-FFF2-40B4-BE49-F238E27FC236}">
                <a16:creationId xmlns:a16="http://schemas.microsoft.com/office/drawing/2014/main" id="{AE284A1A-06F5-0148-A89B-5B7AA4D46EB2}"/>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A178020-7E56-014E-9358-A8D955F19D07}"/>
              </a:ext>
            </a:extLst>
          </p:cNvPr>
          <p:cNvSpPr>
            <a:spLocks noGrp="1"/>
          </p:cNvSpPr>
          <p:nvPr>
            <p:ph type="sldNum" sz="quarter" idx="12"/>
          </p:nvPr>
        </p:nvSpPr>
        <p:spPr/>
        <p:txBody>
          <a:bodyPr/>
          <a:lstStyle/>
          <a:p>
            <a:fld id="{42722E2A-141F-C448-A6A8-A8420CD539EC}" type="slidenum">
              <a:rPr lang="en-US" smtClean="0"/>
              <a:t>‹#›</a:t>
            </a:fld>
            <a:endParaRPr lang="en-US"/>
          </a:p>
        </p:txBody>
      </p:sp>
    </p:spTree>
    <p:extLst>
      <p:ext uri="{BB962C8B-B14F-4D97-AF65-F5344CB8AC3E}">
        <p14:creationId xmlns:p14="http://schemas.microsoft.com/office/powerpoint/2010/main" val="44809785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43AED4-96AC-4748-891D-9441730D7CC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52CE50D-2C2C-CB4F-B16F-03EBF71DDEB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8A69F2-971B-9247-996F-7C0523490589}"/>
              </a:ext>
            </a:extLst>
          </p:cNvPr>
          <p:cNvSpPr>
            <a:spLocks noGrp="1"/>
          </p:cNvSpPr>
          <p:nvPr>
            <p:ph type="dt" sz="half" idx="10"/>
          </p:nvPr>
        </p:nvSpPr>
        <p:spPr>
          <a:xfrm>
            <a:off x="838200" y="6356350"/>
            <a:ext cx="2743200" cy="365125"/>
          </a:xfrm>
          <a:prstGeom prst="rect">
            <a:avLst/>
          </a:prstGeom>
        </p:spPr>
        <p:txBody>
          <a:bodyPr/>
          <a:lstStyle/>
          <a:p>
            <a:fld id="{FABDC5AB-DF33-2E41-9525-F53E1256EA14}" type="datetime1">
              <a:rPr lang="en-US" smtClean="0"/>
              <a:t>6/5/2024</a:t>
            </a:fld>
            <a:endParaRPr lang="en-US"/>
          </a:p>
        </p:txBody>
      </p:sp>
      <p:sp>
        <p:nvSpPr>
          <p:cNvPr id="5" name="Footer Placeholder 4">
            <a:extLst>
              <a:ext uri="{FF2B5EF4-FFF2-40B4-BE49-F238E27FC236}">
                <a16:creationId xmlns:a16="http://schemas.microsoft.com/office/drawing/2014/main" id="{7C7976C2-E15D-F442-923C-C8CC6A2C0B5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68F6182-0892-5241-8B14-CF6C16C7FFE9}"/>
              </a:ext>
            </a:extLst>
          </p:cNvPr>
          <p:cNvSpPr>
            <a:spLocks noGrp="1"/>
          </p:cNvSpPr>
          <p:nvPr>
            <p:ph type="sldNum" sz="quarter" idx="12"/>
          </p:nvPr>
        </p:nvSpPr>
        <p:spPr/>
        <p:txBody>
          <a:bodyPr/>
          <a:lstStyle/>
          <a:p>
            <a:fld id="{42722E2A-141F-C448-A6A8-A8420CD539EC}" type="slidenum">
              <a:rPr lang="en-US" smtClean="0"/>
              <a:t>‹#›</a:t>
            </a:fld>
            <a:endParaRPr lang="en-US"/>
          </a:p>
        </p:txBody>
      </p:sp>
    </p:spTree>
    <p:extLst>
      <p:ext uri="{BB962C8B-B14F-4D97-AF65-F5344CB8AC3E}">
        <p14:creationId xmlns:p14="http://schemas.microsoft.com/office/powerpoint/2010/main" val="278460529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6/5/2024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0A9334-4E67-F94F-A05E-0CE8B74A054E}" type="slidenum">
              <a:rPr lang="en-US" smtClean="0"/>
              <a:pPr/>
              <a:t>‹#›</a:t>
            </a:fld>
            <a:endParaRPr lang="en-US"/>
          </a:p>
        </p:txBody>
      </p:sp>
    </p:spTree>
    <p:extLst>
      <p:ext uri="{BB962C8B-B14F-4D97-AF65-F5344CB8AC3E}">
        <p14:creationId xmlns:p14="http://schemas.microsoft.com/office/powerpoint/2010/main" val="1128299942"/>
      </p:ext>
    </p:extLst>
  </p:cSld>
  <p:clrMapOvr>
    <a:masterClrMapping/>
  </p:clrMapOvr>
  <p:hf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6DD2AB52-3520-4185-840D-69649027815F}"/>
              </a:ext>
            </a:extLst>
          </p:cNvPr>
          <p:cNvGraphicFramePr>
            <a:graphicFrameLocks noChangeAspect="1"/>
          </p:cNvGraphicFramePr>
          <p:nvPr userDrawn="1">
            <p:custDataLst>
              <p:tags r:id="rId1"/>
            </p:custDataLst>
            <p:extLst>
              <p:ext uri="{D42A27DB-BD31-4B8C-83A1-F6EECF244321}">
                <p14:modId xmlns:p14="http://schemas.microsoft.com/office/powerpoint/2010/main" val="35999326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8" name="Object 7" hidden="1">
                        <a:extLst>
                          <a:ext uri="{FF2B5EF4-FFF2-40B4-BE49-F238E27FC236}">
                            <a16:creationId xmlns:a16="http://schemas.microsoft.com/office/drawing/2014/main" id="{6DD2AB52-3520-4185-840D-69649027815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285750" y="166264"/>
            <a:ext cx="10515600" cy="618385"/>
          </a:xfrm>
        </p:spPr>
        <p:txBody>
          <a:bodyPr vert="horz"/>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6/5/2024</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384161791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6/5/2024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a:p>
        </p:txBody>
      </p:sp>
      <p:cxnSp>
        <p:nvCxnSpPr>
          <p:cNvPr id="7" name="Straight Connector 6" descr="&quot;&quot;">
            <a:extLst>
              <a:ext uri="{FF2B5EF4-FFF2-40B4-BE49-F238E27FC236}">
                <a16:creationId xmlns:a16="http://schemas.microsoft.com/office/drawing/2014/main" id="{BEAC91FE-22FD-4E6A-87EB-4B75B31CDEB8}"/>
              </a:ext>
            </a:extLst>
          </p:cNvPr>
          <p:cNvCxnSpPr/>
          <p:nvPr userDrawn="1"/>
        </p:nvCxnSpPr>
        <p:spPr>
          <a:xfrm>
            <a:off x="831851" y="3571876"/>
            <a:ext cx="10515600" cy="0"/>
          </a:xfrm>
          <a:prstGeom prst="line">
            <a:avLst/>
          </a:prstGeom>
          <a:ln>
            <a:solidFill>
              <a:srgbClr val="003F7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242064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6/5/2024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70A9334-4E67-F94F-A05E-0CE8B74A054E}" type="slidenum">
              <a:rPr lang="en-US" smtClean="0"/>
              <a:pPr/>
              <a:t>‹#›</a:t>
            </a:fld>
            <a:endParaRPr lang="en-US"/>
          </a:p>
        </p:txBody>
      </p:sp>
    </p:spTree>
    <p:extLst>
      <p:ext uri="{BB962C8B-B14F-4D97-AF65-F5344CB8AC3E}">
        <p14:creationId xmlns:p14="http://schemas.microsoft.com/office/powerpoint/2010/main" val="265236767"/>
      </p:ext>
    </p:extLst>
  </p:cSld>
  <p:clrMapOvr>
    <a:masterClrMapping/>
  </p:clrMapOvr>
  <p:hf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6/5/2024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222939851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6/5/2024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204336851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6/5/2024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70A9334-4E67-F94F-A05E-0CE8B74A054E}" type="slidenum">
              <a:rPr lang="en-US" smtClean="0"/>
              <a:pPr/>
              <a:t>‹#›</a:t>
            </a:fld>
            <a:endParaRPr lang="en-US"/>
          </a:p>
        </p:txBody>
      </p:sp>
    </p:spTree>
    <p:extLst>
      <p:ext uri="{BB962C8B-B14F-4D97-AF65-F5344CB8AC3E}">
        <p14:creationId xmlns:p14="http://schemas.microsoft.com/office/powerpoint/2010/main" val="933004412"/>
      </p:ext>
    </p:extLst>
  </p:cSld>
  <p:clrMapOvr>
    <a:masterClrMapping/>
  </p:clrMapOvr>
  <p:hf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70A9334-4E67-F94F-A05E-0CE8B74A054E}" type="slidenum">
              <a:rPr lang="en-US" smtClean="0"/>
              <a:pPr/>
              <a:t>‹#›</a:t>
            </a:fld>
            <a:endParaRPr lang="en-US"/>
          </a:p>
        </p:txBody>
      </p:sp>
    </p:spTree>
    <p:extLst>
      <p:ext uri="{BB962C8B-B14F-4D97-AF65-F5344CB8AC3E}">
        <p14:creationId xmlns:p14="http://schemas.microsoft.com/office/powerpoint/2010/main" val="2498354649"/>
      </p:ext>
    </p:extLst>
  </p:cSld>
  <p:clrMapOvr>
    <a:masterClrMapping/>
  </p:clrMapOvr>
  <p:hf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70A9334-4E67-F94F-A05E-0CE8B74A054E}" type="slidenum">
              <a:rPr lang="en-US" smtClean="0"/>
              <a:pPr/>
              <a:t>‹#›</a:t>
            </a:fld>
            <a:endParaRPr lang="en-US"/>
          </a:p>
        </p:txBody>
      </p:sp>
    </p:spTree>
    <p:extLst>
      <p:ext uri="{BB962C8B-B14F-4D97-AF65-F5344CB8AC3E}">
        <p14:creationId xmlns:p14="http://schemas.microsoft.com/office/powerpoint/2010/main" val="2575845646"/>
      </p:ext>
    </p:extLst>
  </p:cSld>
  <p:clrMapOvr>
    <a:masterClrMapping/>
  </p:clrMapOvr>
  <p:hf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0A9334-4E67-F94F-A05E-0CE8B74A054E}" type="slidenum">
              <a:rPr lang="en-US" smtClean="0"/>
              <a:pPr/>
              <a:t>‹#›</a:t>
            </a:fld>
            <a:endParaRPr lang="en-US"/>
          </a:p>
        </p:txBody>
      </p:sp>
    </p:spTree>
    <p:extLst>
      <p:ext uri="{BB962C8B-B14F-4D97-AF65-F5344CB8AC3E}">
        <p14:creationId xmlns:p14="http://schemas.microsoft.com/office/powerpoint/2010/main" val="4002336979"/>
      </p:ext>
    </p:extLst>
  </p:cSld>
  <p:clrMapOvr>
    <a:masterClrMapping/>
  </p:clrMapOvr>
  <p:hf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0A9334-4E67-F94F-A05E-0CE8B74A054E}" type="slidenum">
              <a:rPr lang="en-US" smtClean="0"/>
              <a:pPr/>
              <a:t>‹#›</a:t>
            </a:fld>
            <a:endParaRPr lang="en-US"/>
          </a:p>
        </p:txBody>
      </p:sp>
    </p:spTree>
    <p:extLst>
      <p:ext uri="{BB962C8B-B14F-4D97-AF65-F5344CB8AC3E}">
        <p14:creationId xmlns:p14="http://schemas.microsoft.com/office/powerpoint/2010/main" val="2834623044"/>
      </p:ext>
    </p:extLst>
  </p:cSld>
  <p:clrMapOvr>
    <a:masterClrMapping/>
  </p:clrMapOvr>
  <p:hf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2763838"/>
            <a:ext cx="10363200" cy="1330324"/>
          </a:xfrm>
        </p:spPr>
        <p:txBody>
          <a:bodyPr anchor="ctr">
            <a:normAutofit/>
          </a:bodyPr>
          <a:lstStyle>
            <a:lvl1pPr algn="ctr">
              <a:defRPr sz="4400">
                <a:solidFill>
                  <a:schemeClr val="tx1"/>
                </a:solidFill>
              </a:defRPr>
            </a:lvl1pPr>
          </a:lstStyle>
          <a:p>
            <a:r>
              <a:rPr lang="en-US"/>
              <a:t>CLICK TO EDIT MASTER TITLE STYLE</a:t>
            </a:r>
          </a:p>
        </p:txBody>
      </p:sp>
      <p:sp>
        <p:nvSpPr>
          <p:cNvPr id="3" name="Subtitle 2"/>
          <p:cNvSpPr>
            <a:spLocks noGrp="1"/>
          </p:cNvSpPr>
          <p:nvPr>
            <p:ph type="subTitle" idx="1"/>
          </p:nvPr>
        </p:nvSpPr>
        <p:spPr>
          <a:xfrm>
            <a:off x="1524000" y="4316415"/>
            <a:ext cx="9144000" cy="6905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ext Placeholder 11">
            <a:extLst>
              <a:ext uri="{FF2B5EF4-FFF2-40B4-BE49-F238E27FC236}">
                <a16:creationId xmlns:a16="http://schemas.microsoft.com/office/drawing/2014/main" id="{AE38B46A-E2D9-F648-8C4B-C6DF64595CDF}"/>
              </a:ext>
            </a:extLst>
          </p:cNvPr>
          <p:cNvSpPr>
            <a:spLocks noGrp="1"/>
          </p:cNvSpPr>
          <p:nvPr>
            <p:ph type="body" sz="quarter" idx="10" hasCustomPrompt="1"/>
          </p:nvPr>
        </p:nvSpPr>
        <p:spPr>
          <a:xfrm>
            <a:off x="1524000" y="5006977"/>
            <a:ext cx="9144000" cy="774700"/>
          </a:xfrm>
        </p:spPr>
        <p:txBody>
          <a:bodyPr>
            <a:normAutofit/>
          </a:bodyPr>
          <a:lstStyle>
            <a:lvl1pPr marL="0" indent="0" algn="ctr">
              <a:buNone/>
              <a:defRPr sz="2000">
                <a:latin typeface="+mj-lt"/>
              </a:defRPr>
            </a:lvl1pPr>
          </a:lstStyle>
          <a:p>
            <a:pPr lvl="0"/>
            <a:r>
              <a:rPr lang="en-US"/>
              <a:t>Briefer: Name and Title</a:t>
            </a:r>
          </a:p>
        </p:txBody>
      </p:sp>
      <p:sp>
        <p:nvSpPr>
          <p:cNvPr id="4" name="Slide Number Placeholder 3">
            <a:extLst>
              <a:ext uri="{FF2B5EF4-FFF2-40B4-BE49-F238E27FC236}">
                <a16:creationId xmlns:a16="http://schemas.microsoft.com/office/drawing/2014/main" id="{6405287A-C762-B04C-8C78-1932680E8B86}"/>
              </a:ext>
            </a:extLst>
          </p:cNvPr>
          <p:cNvSpPr>
            <a:spLocks noGrp="1"/>
          </p:cNvSpPr>
          <p:nvPr>
            <p:ph type="sldNum" sz="quarter" idx="11"/>
          </p:nvPr>
        </p:nvSpPr>
        <p:spPr/>
        <p:txBody>
          <a:bodyPr/>
          <a:lstStyle/>
          <a:p>
            <a:fld id="{670A9334-4E67-F94F-A05E-0CE8B74A054E}" type="slidenum">
              <a:rPr lang="en-US" smtClean="0"/>
              <a:pPr/>
              <a:t>‹#›</a:t>
            </a:fld>
            <a:endParaRPr lang="en-US"/>
          </a:p>
        </p:txBody>
      </p:sp>
      <p:pic>
        <p:nvPicPr>
          <p:cNvPr id="6" name="Picture 5">
            <a:extLst>
              <a:ext uri="{FF2B5EF4-FFF2-40B4-BE49-F238E27FC236}">
                <a16:creationId xmlns:a16="http://schemas.microsoft.com/office/drawing/2014/main" id="{3DCF8BCC-BFA1-F642-84C1-3DEA215A8FE4}"/>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227320" y="1076323"/>
            <a:ext cx="1737360" cy="1633538"/>
          </a:xfrm>
          <a:prstGeom prst="rect">
            <a:avLst/>
          </a:prstGeom>
        </p:spPr>
      </p:pic>
    </p:spTree>
    <p:extLst>
      <p:ext uri="{BB962C8B-B14F-4D97-AF65-F5344CB8AC3E}">
        <p14:creationId xmlns:p14="http://schemas.microsoft.com/office/powerpoint/2010/main" val="2604142532"/>
      </p:ext>
    </p:extLst>
  </p:cSld>
  <p:clrMapOvr>
    <a:masterClrMapping/>
  </p:clrMapOvr>
  <p:extLst>
    <p:ext uri="{DCECCB84-F9BA-43D5-87BE-67443E8EF086}">
      <p15:sldGuideLst xmlns:p15="http://schemas.microsoft.com/office/powerpoint/2012/main">
        <p15:guide id="1" orient="horz" pos="3984">
          <p15:clr>
            <a:srgbClr val="FBAE40"/>
          </p15:clr>
        </p15:guide>
        <p15:guide id="2" pos="384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and Content w/ Alt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118873"/>
            <a:ext cx="10515600" cy="752929"/>
          </a:xfrm>
        </p:spPr>
        <p:txBody>
          <a:bodyPr/>
          <a:lstStyle/>
          <a:p>
            <a:r>
              <a:rPr lang="en-US"/>
              <a:t>Click to edit master title style</a:t>
            </a:r>
          </a:p>
        </p:txBody>
      </p:sp>
      <p:sp>
        <p:nvSpPr>
          <p:cNvPr id="3" name="Content Placeholder 2"/>
          <p:cNvSpPr>
            <a:spLocks noGrp="1"/>
          </p:cNvSpPr>
          <p:nvPr>
            <p:ph idx="1"/>
          </p:nvPr>
        </p:nvSpPr>
        <p:spPr>
          <a:xfrm>
            <a:off x="838200" y="1133857"/>
            <a:ext cx="10515600" cy="4818857"/>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FD912DB-CF58-2B44-B78F-FA5C3CCFF15B}"/>
              </a:ext>
            </a:extLst>
          </p:cNvPr>
          <p:cNvSpPr>
            <a:spLocks noGrp="1"/>
          </p:cNvSpPr>
          <p:nvPr>
            <p:ph type="body" sz="quarter" idx="13" hasCustomPrompt="1"/>
          </p:nvPr>
        </p:nvSpPr>
        <p:spPr>
          <a:xfrm>
            <a:off x="-3383279" y="982664"/>
            <a:ext cx="3108113" cy="5064125"/>
          </a:xfrm>
        </p:spPr>
        <p:txBody>
          <a:bodyPr/>
          <a:lstStyle>
            <a:lvl1pPr>
              <a:defRPr/>
            </a:lvl1pPr>
          </a:lstStyle>
          <a:p>
            <a:pPr lvl="0"/>
            <a:r>
              <a:rPr lang="en-US"/>
              <a:t>Insert alt text for complex graphic</a:t>
            </a:r>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68076612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nd two content holders vertical">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118873"/>
            <a:ext cx="10515600" cy="752929"/>
          </a:xfrm>
        </p:spPr>
        <p:txBody>
          <a:bodyPr/>
          <a:lstStyle/>
          <a:p>
            <a:r>
              <a:rPr lang="en-US"/>
              <a:t>Click to edit master title style</a:t>
            </a:r>
          </a:p>
        </p:txBody>
      </p:sp>
      <p:sp>
        <p:nvSpPr>
          <p:cNvPr id="3" name="Content Placeholder 2"/>
          <p:cNvSpPr>
            <a:spLocks noGrp="1"/>
          </p:cNvSpPr>
          <p:nvPr>
            <p:ph idx="1"/>
          </p:nvPr>
        </p:nvSpPr>
        <p:spPr>
          <a:xfrm>
            <a:off x="838200" y="1133857"/>
            <a:ext cx="10515600" cy="2076935"/>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2">
            <a:extLst>
              <a:ext uri="{FF2B5EF4-FFF2-40B4-BE49-F238E27FC236}">
                <a16:creationId xmlns:a16="http://schemas.microsoft.com/office/drawing/2014/main" id="{09A16403-64DA-D349-9AAF-2952A411FC8C}"/>
              </a:ext>
            </a:extLst>
          </p:cNvPr>
          <p:cNvSpPr>
            <a:spLocks noGrp="1"/>
          </p:cNvSpPr>
          <p:nvPr>
            <p:ph idx="13"/>
          </p:nvPr>
        </p:nvSpPr>
        <p:spPr>
          <a:xfrm>
            <a:off x="838200" y="3523766"/>
            <a:ext cx="10515600" cy="2076935"/>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281170619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Content, and Sidebar Call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118873"/>
            <a:ext cx="10515600" cy="752929"/>
          </a:xfrm>
        </p:spPr>
        <p:txBody>
          <a:bodyPr/>
          <a:lstStyle/>
          <a:p>
            <a:r>
              <a:rPr lang="en-US"/>
              <a:t>Click to edit master title style</a:t>
            </a:r>
          </a:p>
        </p:txBody>
      </p:sp>
      <p:sp>
        <p:nvSpPr>
          <p:cNvPr id="3" name="Content Placeholder 2"/>
          <p:cNvSpPr>
            <a:spLocks noGrp="1"/>
          </p:cNvSpPr>
          <p:nvPr>
            <p:ph idx="1"/>
          </p:nvPr>
        </p:nvSpPr>
        <p:spPr>
          <a:xfrm>
            <a:off x="838202" y="1133856"/>
            <a:ext cx="6878781" cy="4830526"/>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13EDEFD9-BFED-434F-8D05-9CA4431F495F}"/>
              </a:ext>
            </a:extLst>
          </p:cNvPr>
          <p:cNvCxnSpPr/>
          <p:nvPr userDrawn="1"/>
        </p:nvCxnSpPr>
        <p:spPr>
          <a:xfrm>
            <a:off x="7790688" y="1133856"/>
            <a:ext cx="0" cy="483052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6710610B-BCCF-034B-B401-A7C2A95FDABD}"/>
              </a:ext>
            </a:extLst>
          </p:cNvPr>
          <p:cNvSpPr>
            <a:spLocks noGrp="1"/>
          </p:cNvSpPr>
          <p:nvPr>
            <p:ph idx="13"/>
          </p:nvPr>
        </p:nvSpPr>
        <p:spPr>
          <a:xfrm>
            <a:off x="7854696" y="1133857"/>
            <a:ext cx="3499104" cy="2586089"/>
          </a:xfrm>
        </p:spPr>
        <p:txBody>
          <a:bodyPr/>
          <a:lstStyle>
            <a:lvl1pPr marL="0" indent="0">
              <a:lnSpc>
                <a:spcPct val="110000"/>
              </a:lnSpc>
              <a:buNone/>
              <a:defRPr/>
            </a:lvl1pPr>
          </a:lstStyle>
          <a:p>
            <a:pPr lvl="0"/>
            <a:r>
              <a:rPr lang="en-US"/>
              <a:t>Edit Master text styles</a:t>
            </a:r>
          </a:p>
        </p:txBody>
      </p:sp>
      <p:sp>
        <p:nvSpPr>
          <p:cNvPr id="8" name="Content Placeholder 2">
            <a:extLst>
              <a:ext uri="{FF2B5EF4-FFF2-40B4-BE49-F238E27FC236}">
                <a16:creationId xmlns:a16="http://schemas.microsoft.com/office/drawing/2014/main" id="{11EE1AA3-98A0-E149-81B7-A4FC8FBABDDB}"/>
              </a:ext>
            </a:extLst>
          </p:cNvPr>
          <p:cNvSpPr>
            <a:spLocks noGrp="1"/>
          </p:cNvSpPr>
          <p:nvPr>
            <p:ph idx="14"/>
          </p:nvPr>
        </p:nvSpPr>
        <p:spPr>
          <a:xfrm>
            <a:off x="7854697" y="3719946"/>
            <a:ext cx="3499104" cy="2244437"/>
          </a:xfrm>
        </p:spPr>
        <p:txBody>
          <a:bodyPr/>
          <a:lstStyle>
            <a:lvl1pPr marL="0" indent="0">
              <a:lnSpc>
                <a:spcPct val="110000"/>
              </a:lnSpc>
              <a:buNone/>
              <a:defRPr/>
            </a:lvl1pPr>
          </a:lstStyle>
          <a:p>
            <a:pPr lvl="0"/>
            <a:r>
              <a:rPr lang="en-US"/>
              <a:t>Edit Master text styles</a:t>
            </a:r>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300706008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Content, and Two Supporting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118873"/>
            <a:ext cx="10515600" cy="752929"/>
          </a:xfrm>
        </p:spPr>
        <p:txBody>
          <a:bodyPr/>
          <a:lstStyle/>
          <a:p>
            <a:r>
              <a:rPr lang="en-US"/>
              <a:t>Click to edit master title style</a:t>
            </a:r>
          </a:p>
        </p:txBody>
      </p:sp>
      <p:sp>
        <p:nvSpPr>
          <p:cNvPr id="3" name="Content Placeholder 2"/>
          <p:cNvSpPr>
            <a:spLocks noGrp="1"/>
          </p:cNvSpPr>
          <p:nvPr>
            <p:ph idx="1"/>
          </p:nvPr>
        </p:nvSpPr>
        <p:spPr>
          <a:xfrm>
            <a:off x="838202" y="1133856"/>
            <a:ext cx="4438649" cy="4830526"/>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6710610B-BCCF-034B-B401-A7C2A95FDABD}"/>
              </a:ext>
            </a:extLst>
          </p:cNvPr>
          <p:cNvSpPr>
            <a:spLocks noGrp="1"/>
          </p:cNvSpPr>
          <p:nvPr>
            <p:ph idx="13"/>
          </p:nvPr>
        </p:nvSpPr>
        <p:spPr>
          <a:xfrm>
            <a:off x="5486400" y="1133857"/>
            <a:ext cx="5867400" cy="2586089"/>
          </a:xfrm>
        </p:spPr>
        <p:txBody>
          <a:bodyPr/>
          <a:lstStyle>
            <a:lvl1pPr marL="0" indent="0">
              <a:lnSpc>
                <a:spcPct val="110000"/>
              </a:lnSpc>
              <a:buNone/>
              <a:defRPr/>
            </a:lvl1pPr>
          </a:lstStyle>
          <a:p>
            <a:pPr lvl="0"/>
            <a:r>
              <a:rPr lang="en-US"/>
              <a:t>Edit Master text styles</a:t>
            </a:r>
          </a:p>
        </p:txBody>
      </p:sp>
      <p:sp>
        <p:nvSpPr>
          <p:cNvPr id="8" name="Content Placeholder 2">
            <a:extLst>
              <a:ext uri="{FF2B5EF4-FFF2-40B4-BE49-F238E27FC236}">
                <a16:creationId xmlns:a16="http://schemas.microsoft.com/office/drawing/2014/main" id="{11EE1AA3-98A0-E149-81B7-A4FC8FBABDDB}"/>
              </a:ext>
            </a:extLst>
          </p:cNvPr>
          <p:cNvSpPr>
            <a:spLocks noGrp="1"/>
          </p:cNvSpPr>
          <p:nvPr>
            <p:ph idx="14"/>
          </p:nvPr>
        </p:nvSpPr>
        <p:spPr>
          <a:xfrm>
            <a:off x="5486401" y="3719946"/>
            <a:ext cx="5867401" cy="2244437"/>
          </a:xfrm>
        </p:spPr>
        <p:txBody>
          <a:bodyPr/>
          <a:lstStyle>
            <a:lvl1pPr marL="0" indent="0">
              <a:lnSpc>
                <a:spcPct val="110000"/>
              </a:lnSpc>
              <a:buNone/>
              <a:defRPr/>
            </a:lvl1pPr>
          </a:lstStyle>
          <a:p>
            <a:pPr lvl="0"/>
            <a:r>
              <a:rPr lang="en-US"/>
              <a:t>Edit Master text styles</a:t>
            </a:r>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85982571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Content, and Three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118873"/>
            <a:ext cx="10515600" cy="752929"/>
          </a:xfrm>
        </p:spPr>
        <p:txBody>
          <a:bodyPr/>
          <a:lstStyle/>
          <a:p>
            <a:r>
              <a:rPr lang="en-US"/>
              <a:t>Click to edit master title style</a:t>
            </a:r>
          </a:p>
        </p:txBody>
      </p:sp>
      <p:sp>
        <p:nvSpPr>
          <p:cNvPr id="3" name="Content Placeholder 1"/>
          <p:cNvSpPr>
            <a:spLocks noGrp="1"/>
          </p:cNvSpPr>
          <p:nvPr>
            <p:ph idx="1"/>
          </p:nvPr>
        </p:nvSpPr>
        <p:spPr>
          <a:xfrm>
            <a:off x="838201" y="1133856"/>
            <a:ext cx="10515599" cy="1858726"/>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6710610B-BCCF-034B-B401-A7C2A95FDABD}"/>
              </a:ext>
            </a:extLst>
          </p:cNvPr>
          <p:cNvSpPr>
            <a:spLocks noGrp="1"/>
          </p:cNvSpPr>
          <p:nvPr>
            <p:ph idx="13"/>
          </p:nvPr>
        </p:nvSpPr>
        <p:spPr>
          <a:xfrm>
            <a:off x="838200" y="3087348"/>
            <a:ext cx="3413760" cy="1391135"/>
          </a:xfrm>
        </p:spPr>
        <p:txBody>
          <a:bodyPr/>
          <a:lstStyle>
            <a:lvl1pPr marL="0" indent="0">
              <a:lnSpc>
                <a:spcPct val="110000"/>
              </a:lnSpc>
              <a:buNone/>
              <a:defRPr/>
            </a:lvl1pPr>
          </a:lstStyle>
          <a:p>
            <a:pPr lvl="0"/>
            <a:r>
              <a:rPr lang="en-US"/>
              <a:t>Edit Master text styles</a:t>
            </a:r>
          </a:p>
        </p:txBody>
      </p:sp>
      <p:sp>
        <p:nvSpPr>
          <p:cNvPr id="9" name="Content Placeholder 2b">
            <a:extLst>
              <a:ext uri="{FF2B5EF4-FFF2-40B4-BE49-F238E27FC236}">
                <a16:creationId xmlns:a16="http://schemas.microsoft.com/office/drawing/2014/main" id="{7ADB0280-2725-5348-9620-05FFA815C35A}"/>
              </a:ext>
            </a:extLst>
          </p:cNvPr>
          <p:cNvSpPr>
            <a:spLocks noGrp="1"/>
          </p:cNvSpPr>
          <p:nvPr>
            <p:ph idx="15"/>
          </p:nvPr>
        </p:nvSpPr>
        <p:spPr>
          <a:xfrm>
            <a:off x="838200" y="4573248"/>
            <a:ext cx="3413760" cy="1388641"/>
          </a:xfrm>
        </p:spPr>
        <p:txBody>
          <a:bodyPr/>
          <a:lstStyle>
            <a:lvl1pPr marL="0" indent="0">
              <a:lnSpc>
                <a:spcPct val="110000"/>
              </a:lnSpc>
              <a:buNone/>
              <a:defRPr/>
            </a:lvl1pPr>
          </a:lstStyle>
          <a:p>
            <a:pPr lvl="0"/>
            <a:r>
              <a:rPr lang="en-US"/>
              <a:t>Edit Master text styles</a:t>
            </a:r>
          </a:p>
        </p:txBody>
      </p:sp>
      <p:sp>
        <p:nvSpPr>
          <p:cNvPr id="8" name="Content Placeholder 3">
            <a:extLst>
              <a:ext uri="{FF2B5EF4-FFF2-40B4-BE49-F238E27FC236}">
                <a16:creationId xmlns:a16="http://schemas.microsoft.com/office/drawing/2014/main" id="{11EE1AA3-98A0-E149-81B7-A4FC8FBABDDB}"/>
              </a:ext>
            </a:extLst>
          </p:cNvPr>
          <p:cNvSpPr>
            <a:spLocks noGrp="1"/>
          </p:cNvSpPr>
          <p:nvPr>
            <p:ph idx="14"/>
          </p:nvPr>
        </p:nvSpPr>
        <p:spPr>
          <a:xfrm>
            <a:off x="4389119" y="3088594"/>
            <a:ext cx="3413760" cy="1389888"/>
          </a:xfrm>
        </p:spPr>
        <p:txBody>
          <a:bodyPr/>
          <a:lstStyle>
            <a:lvl1pPr marL="0" indent="0">
              <a:lnSpc>
                <a:spcPct val="110000"/>
              </a:lnSpc>
              <a:buNone/>
              <a:defRPr/>
            </a:lvl1pPr>
          </a:lstStyle>
          <a:p>
            <a:pPr lvl="0"/>
            <a:r>
              <a:rPr lang="en-US"/>
              <a:t>Edit Master text styles</a:t>
            </a:r>
          </a:p>
        </p:txBody>
      </p:sp>
      <p:sp>
        <p:nvSpPr>
          <p:cNvPr id="13" name="Content Placeholder 3b">
            <a:extLst>
              <a:ext uri="{FF2B5EF4-FFF2-40B4-BE49-F238E27FC236}">
                <a16:creationId xmlns:a16="http://schemas.microsoft.com/office/drawing/2014/main" id="{C41BE50D-B3FE-114C-BA57-58A4DEA04B56}"/>
              </a:ext>
            </a:extLst>
          </p:cNvPr>
          <p:cNvSpPr>
            <a:spLocks noGrp="1"/>
          </p:cNvSpPr>
          <p:nvPr>
            <p:ph idx="16"/>
          </p:nvPr>
        </p:nvSpPr>
        <p:spPr>
          <a:xfrm>
            <a:off x="4389119" y="4574494"/>
            <a:ext cx="3413760" cy="1389888"/>
          </a:xfrm>
        </p:spPr>
        <p:txBody>
          <a:bodyPr/>
          <a:lstStyle>
            <a:lvl1pPr marL="0" indent="0">
              <a:lnSpc>
                <a:spcPct val="110000"/>
              </a:lnSpc>
              <a:buNone/>
              <a:defRPr/>
            </a:lvl1pPr>
          </a:lstStyle>
          <a:p>
            <a:pPr lvl="0"/>
            <a:r>
              <a:rPr lang="en-US"/>
              <a:t>Edit Master text styles</a:t>
            </a:r>
          </a:p>
        </p:txBody>
      </p:sp>
      <p:sp>
        <p:nvSpPr>
          <p:cNvPr id="14" name="Content Placeholder 4">
            <a:extLst>
              <a:ext uri="{FF2B5EF4-FFF2-40B4-BE49-F238E27FC236}">
                <a16:creationId xmlns:a16="http://schemas.microsoft.com/office/drawing/2014/main" id="{255A5921-CC24-C744-992F-90BB2C7F7737}"/>
              </a:ext>
            </a:extLst>
          </p:cNvPr>
          <p:cNvSpPr>
            <a:spLocks noGrp="1"/>
          </p:cNvSpPr>
          <p:nvPr>
            <p:ph idx="17"/>
          </p:nvPr>
        </p:nvSpPr>
        <p:spPr>
          <a:xfrm>
            <a:off x="7940039" y="3089841"/>
            <a:ext cx="3413760" cy="1389888"/>
          </a:xfrm>
        </p:spPr>
        <p:txBody>
          <a:bodyPr/>
          <a:lstStyle>
            <a:lvl1pPr marL="0" indent="0">
              <a:lnSpc>
                <a:spcPct val="110000"/>
              </a:lnSpc>
              <a:buNone/>
              <a:defRPr/>
            </a:lvl1pPr>
          </a:lstStyle>
          <a:p>
            <a:pPr lvl="0"/>
            <a:r>
              <a:rPr lang="en-US"/>
              <a:t>Edit Master text styles</a:t>
            </a:r>
          </a:p>
        </p:txBody>
      </p:sp>
      <p:sp>
        <p:nvSpPr>
          <p:cNvPr id="15" name="Content Placeholder 4b">
            <a:extLst>
              <a:ext uri="{FF2B5EF4-FFF2-40B4-BE49-F238E27FC236}">
                <a16:creationId xmlns:a16="http://schemas.microsoft.com/office/drawing/2014/main" id="{1F9DC565-F7CD-4D49-BBFE-54E017FCDBC7}"/>
              </a:ext>
            </a:extLst>
          </p:cNvPr>
          <p:cNvSpPr>
            <a:spLocks noGrp="1"/>
          </p:cNvSpPr>
          <p:nvPr>
            <p:ph idx="18"/>
          </p:nvPr>
        </p:nvSpPr>
        <p:spPr>
          <a:xfrm>
            <a:off x="7940039" y="4573247"/>
            <a:ext cx="3413760" cy="1389888"/>
          </a:xfrm>
        </p:spPr>
        <p:txBody>
          <a:bodyPr/>
          <a:lstStyle>
            <a:lvl1pPr marL="0" indent="0">
              <a:lnSpc>
                <a:spcPct val="110000"/>
              </a:lnSpc>
              <a:buNone/>
              <a:defRPr/>
            </a:lvl1pPr>
          </a:lstStyle>
          <a:p>
            <a:pPr lvl="0"/>
            <a:r>
              <a:rPr lang="en-US"/>
              <a:t>Edit Master text styles</a:t>
            </a:r>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77208303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Header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9B824-BC4D-BC4E-8F89-78915197848F}"/>
              </a:ext>
            </a:extLst>
          </p:cNvPr>
          <p:cNvSpPr>
            <a:spLocks noGrp="1"/>
          </p:cNvSpPr>
          <p:nvPr>
            <p:ph type="title" hasCustomPrompt="1"/>
          </p:nvPr>
        </p:nvSpPr>
        <p:spPr>
          <a:xfrm>
            <a:off x="838200" y="118873"/>
            <a:ext cx="10515600" cy="752929"/>
          </a:xfrm>
        </p:spPr>
        <p:txBody>
          <a:bodyPr/>
          <a:lstStyle>
            <a:lvl1pPr>
              <a:defRPr/>
            </a:lvl1pPr>
          </a:lstStyle>
          <a:p>
            <a:r>
              <a:rPr lang="en-US"/>
              <a:t>Click to edit master title style</a:t>
            </a:r>
          </a:p>
        </p:txBody>
      </p:sp>
      <p:sp>
        <p:nvSpPr>
          <p:cNvPr id="6" name="Text Placeholder 2">
            <a:extLst>
              <a:ext uri="{FF2B5EF4-FFF2-40B4-BE49-F238E27FC236}">
                <a16:creationId xmlns:a16="http://schemas.microsoft.com/office/drawing/2014/main" id="{D126D2C3-64E2-7440-99AC-F8DC77F0E964}"/>
              </a:ext>
            </a:extLst>
          </p:cNvPr>
          <p:cNvSpPr>
            <a:spLocks noGrp="1"/>
          </p:cNvSpPr>
          <p:nvPr>
            <p:ph type="body" idx="1" hasCustomPrompt="1"/>
          </p:nvPr>
        </p:nvSpPr>
        <p:spPr>
          <a:xfrm>
            <a:off x="839789" y="1137442"/>
            <a:ext cx="10514011" cy="421194"/>
          </a:xfrm>
        </p:spPr>
        <p:txBody>
          <a:bodyPr anchor="t"/>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Sub-heading</a:t>
            </a:r>
          </a:p>
        </p:txBody>
      </p:sp>
      <p:sp>
        <p:nvSpPr>
          <p:cNvPr id="7" name="Content Placeholder 2">
            <a:extLst>
              <a:ext uri="{FF2B5EF4-FFF2-40B4-BE49-F238E27FC236}">
                <a16:creationId xmlns:a16="http://schemas.microsoft.com/office/drawing/2014/main" id="{33D4B0C3-AED5-1149-A608-D92E5AF5417A}"/>
              </a:ext>
            </a:extLst>
          </p:cNvPr>
          <p:cNvSpPr>
            <a:spLocks noGrp="1"/>
          </p:cNvSpPr>
          <p:nvPr>
            <p:ph idx="11"/>
          </p:nvPr>
        </p:nvSpPr>
        <p:spPr>
          <a:xfrm>
            <a:off x="838200" y="1641764"/>
            <a:ext cx="10515600" cy="4281993"/>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4A79C999-42AF-3D4F-A523-E1CD40483976}"/>
              </a:ext>
            </a:extLst>
          </p:cNvPr>
          <p:cNvSpPr>
            <a:spLocks noGrp="1"/>
          </p:cNvSpPr>
          <p:nvPr>
            <p:ph type="sldNum" sz="quarter" idx="10"/>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397511583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Two subheadings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9B824-BC4D-BC4E-8F89-78915197848F}"/>
              </a:ext>
            </a:extLst>
          </p:cNvPr>
          <p:cNvSpPr>
            <a:spLocks noGrp="1"/>
          </p:cNvSpPr>
          <p:nvPr>
            <p:ph type="title" hasCustomPrompt="1"/>
          </p:nvPr>
        </p:nvSpPr>
        <p:spPr>
          <a:xfrm>
            <a:off x="838200" y="118873"/>
            <a:ext cx="10515600" cy="752929"/>
          </a:xfrm>
        </p:spPr>
        <p:txBody>
          <a:bodyPr/>
          <a:lstStyle>
            <a:lvl1pPr>
              <a:defRPr/>
            </a:lvl1pPr>
          </a:lstStyle>
          <a:p>
            <a:r>
              <a:rPr lang="en-US"/>
              <a:t>Click to edit master title style</a:t>
            </a:r>
          </a:p>
        </p:txBody>
      </p:sp>
      <p:sp>
        <p:nvSpPr>
          <p:cNvPr id="6" name="Text Placeholder 2">
            <a:extLst>
              <a:ext uri="{FF2B5EF4-FFF2-40B4-BE49-F238E27FC236}">
                <a16:creationId xmlns:a16="http://schemas.microsoft.com/office/drawing/2014/main" id="{D126D2C3-64E2-7440-99AC-F8DC77F0E964}"/>
              </a:ext>
            </a:extLst>
          </p:cNvPr>
          <p:cNvSpPr>
            <a:spLocks noGrp="1"/>
          </p:cNvSpPr>
          <p:nvPr>
            <p:ph type="body" idx="1" hasCustomPrompt="1"/>
          </p:nvPr>
        </p:nvSpPr>
        <p:spPr>
          <a:xfrm>
            <a:off x="839789" y="1137442"/>
            <a:ext cx="10514011" cy="421194"/>
          </a:xfrm>
        </p:spPr>
        <p:txBody>
          <a:bodyPr anchor="t"/>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Sub-heading</a:t>
            </a:r>
          </a:p>
        </p:txBody>
      </p:sp>
      <p:sp>
        <p:nvSpPr>
          <p:cNvPr id="7" name="Content Placeholder 2">
            <a:extLst>
              <a:ext uri="{FF2B5EF4-FFF2-40B4-BE49-F238E27FC236}">
                <a16:creationId xmlns:a16="http://schemas.microsoft.com/office/drawing/2014/main" id="{33D4B0C3-AED5-1149-A608-D92E5AF5417A}"/>
              </a:ext>
            </a:extLst>
          </p:cNvPr>
          <p:cNvSpPr>
            <a:spLocks noGrp="1"/>
          </p:cNvSpPr>
          <p:nvPr>
            <p:ph idx="11"/>
          </p:nvPr>
        </p:nvSpPr>
        <p:spPr>
          <a:xfrm>
            <a:off x="838200" y="1641765"/>
            <a:ext cx="10515600" cy="1735281"/>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2">
            <a:extLst>
              <a:ext uri="{FF2B5EF4-FFF2-40B4-BE49-F238E27FC236}">
                <a16:creationId xmlns:a16="http://schemas.microsoft.com/office/drawing/2014/main" id="{902669C5-C031-0949-BCEF-538915E07FD2}"/>
              </a:ext>
            </a:extLst>
          </p:cNvPr>
          <p:cNvSpPr>
            <a:spLocks noGrp="1"/>
          </p:cNvSpPr>
          <p:nvPr>
            <p:ph type="body" idx="12" hasCustomPrompt="1"/>
          </p:nvPr>
        </p:nvSpPr>
        <p:spPr>
          <a:xfrm>
            <a:off x="839789" y="3589697"/>
            <a:ext cx="10514011" cy="421194"/>
          </a:xfrm>
        </p:spPr>
        <p:txBody>
          <a:bodyPr anchor="t"/>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Sub-heading</a:t>
            </a:r>
          </a:p>
        </p:txBody>
      </p:sp>
      <p:sp>
        <p:nvSpPr>
          <p:cNvPr id="9" name="Content Placeholder 2">
            <a:extLst>
              <a:ext uri="{FF2B5EF4-FFF2-40B4-BE49-F238E27FC236}">
                <a16:creationId xmlns:a16="http://schemas.microsoft.com/office/drawing/2014/main" id="{85809810-9DB7-E84D-9C39-5D795F1B7EEB}"/>
              </a:ext>
            </a:extLst>
          </p:cNvPr>
          <p:cNvSpPr>
            <a:spLocks noGrp="1"/>
          </p:cNvSpPr>
          <p:nvPr>
            <p:ph idx="13"/>
          </p:nvPr>
        </p:nvSpPr>
        <p:spPr>
          <a:xfrm>
            <a:off x="838200" y="4094020"/>
            <a:ext cx="10515600" cy="1735281"/>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4A79C999-42AF-3D4F-A523-E1CD40483976}"/>
              </a:ext>
            </a:extLst>
          </p:cNvPr>
          <p:cNvSpPr>
            <a:spLocks noGrp="1"/>
          </p:cNvSpPr>
          <p:nvPr>
            <p:ph type="sldNum" sz="quarter" idx="10"/>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403051003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and Two Columns Horizontal">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3600"/>
            </a:lvl1pPr>
          </a:lstStyle>
          <a:p>
            <a:r>
              <a:rPr lang="en-US"/>
              <a:t>Click to edit master title style</a:t>
            </a:r>
          </a:p>
        </p:txBody>
      </p:sp>
      <p:sp>
        <p:nvSpPr>
          <p:cNvPr id="3" name="Content Placeholder 2"/>
          <p:cNvSpPr>
            <a:spLocks noGrp="1"/>
          </p:cNvSpPr>
          <p:nvPr>
            <p:ph sz="half" idx="1"/>
          </p:nvPr>
        </p:nvSpPr>
        <p:spPr>
          <a:xfrm>
            <a:off x="838200" y="1079501"/>
            <a:ext cx="5181600" cy="4831442"/>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079501"/>
            <a:ext cx="5181600" cy="4831443"/>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384627893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and three content holder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119743"/>
            <a:ext cx="10515600" cy="752929"/>
          </a:xfrm>
        </p:spPr>
        <p:txBody>
          <a:bodyPr/>
          <a:lstStyle/>
          <a:p>
            <a:r>
              <a:rPr lang="en-US"/>
              <a:t>Click to edit master title style</a:t>
            </a:r>
          </a:p>
        </p:txBody>
      </p:sp>
      <p:sp>
        <p:nvSpPr>
          <p:cNvPr id="4" name="Content Placeholder 1">
            <a:extLst>
              <a:ext uri="{FF2B5EF4-FFF2-40B4-BE49-F238E27FC236}">
                <a16:creationId xmlns:a16="http://schemas.microsoft.com/office/drawing/2014/main" id="{2EBA3E1E-B72D-5841-BE68-B0030368BE0B}"/>
              </a:ext>
            </a:extLst>
          </p:cNvPr>
          <p:cNvSpPr>
            <a:spLocks noGrp="1"/>
          </p:cNvSpPr>
          <p:nvPr>
            <p:ph sz="quarter" idx="13"/>
          </p:nvPr>
        </p:nvSpPr>
        <p:spPr>
          <a:xfrm>
            <a:off x="838200" y="1058864"/>
            <a:ext cx="5471584" cy="211747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72D7FA09-D982-8A4E-B298-316DB9B05D14}"/>
              </a:ext>
            </a:extLst>
          </p:cNvPr>
          <p:cNvSpPr>
            <a:spLocks noGrp="1"/>
          </p:cNvSpPr>
          <p:nvPr>
            <p:ph sz="quarter" idx="14"/>
          </p:nvPr>
        </p:nvSpPr>
        <p:spPr>
          <a:xfrm>
            <a:off x="838200" y="3401011"/>
            <a:ext cx="5471584" cy="253523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5DDD0237-E847-CA45-B519-10F5341252AA}"/>
              </a:ext>
            </a:extLst>
          </p:cNvPr>
          <p:cNvSpPr>
            <a:spLocks noGrp="1"/>
          </p:cNvSpPr>
          <p:nvPr>
            <p:ph sz="quarter" idx="15"/>
          </p:nvPr>
        </p:nvSpPr>
        <p:spPr>
          <a:xfrm>
            <a:off x="6485021" y="1058864"/>
            <a:ext cx="5471584" cy="48773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2"/>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303593652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7CAAEB40-889F-46B1-84A5-F3EACC6D419F}"/>
              </a:ext>
            </a:extLst>
          </p:cNvPr>
          <p:cNvGraphicFramePr>
            <a:graphicFrameLocks noChangeAspect="1"/>
          </p:cNvGraphicFramePr>
          <p:nvPr userDrawn="1">
            <p:custDataLst>
              <p:tags r:id="rId1"/>
            </p:custDataLst>
            <p:extLst>
              <p:ext uri="{D42A27DB-BD31-4B8C-83A1-F6EECF244321}">
                <p14:modId xmlns:p14="http://schemas.microsoft.com/office/powerpoint/2010/main" val="3873303895"/>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10" name="Object 9" hidden="1">
                        <a:extLst>
                          <a:ext uri="{FF2B5EF4-FFF2-40B4-BE49-F238E27FC236}">
                            <a16:creationId xmlns:a16="http://schemas.microsoft.com/office/drawing/2014/main" id="{7CAAEB40-889F-46B1-84A5-F3EACC6D419F}"/>
                          </a:ext>
                        </a:extLst>
                      </p:cNvPr>
                      <p:cNvPicPr/>
                      <p:nvPr/>
                    </p:nvPicPr>
                    <p:blipFill>
                      <a:blip r:embed="rId5"/>
                      <a:stretch>
                        <a:fillRect/>
                      </a:stretch>
                    </p:blipFill>
                    <p:spPr>
                      <a:xfrm>
                        <a:off x="1589"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820A711C-D382-4E13-B31E-10493CC3D45B}"/>
              </a:ext>
            </a:extLst>
          </p:cNvPr>
          <p:cNvSpPr/>
          <p:nvPr userDrawn="1">
            <p:custDataLst>
              <p:tags r:id="rId2"/>
            </p:custDataLst>
          </p:nvPr>
        </p:nvSpPr>
        <p:spPr>
          <a:xfrm>
            <a:off x="1" y="0"/>
            <a:ext cx="158751"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0000"/>
              </a:lnSpc>
              <a:spcBef>
                <a:spcPct val="0"/>
              </a:spcBef>
              <a:spcAft>
                <a:spcPct val="0"/>
              </a:spcAft>
            </a:pPr>
            <a:endParaRPr lang="en-US" sz="4800" b="1" i="0" baseline="0">
              <a:latin typeface="Calibri Light" panose="020F0302020204030204" pitchFamily="34" charset="0"/>
              <a:ea typeface="+mj-ea"/>
              <a:cs typeface="+mj-cs"/>
              <a:sym typeface="Calibri Light" panose="020F0302020204030204" pitchFamily="34" charset="0"/>
            </a:endParaRPr>
          </a:p>
        </p:txBody>
      </p:sp>
      <p:sp>
        <p:nvSpPr>
          <p:cNvPr id="2" name="Title 1"/>
          <p:cNvSpPr>
            <a:spLocks noGrp="1"/>
          </p:cNvSpPr>
          <p:nvPr>
            <p:ph type="ctrTitle"/>
          </p:nvPr>
        </p:nvSpPr>
        <p:spPr>
          <a:xfrm>
            <a:off x="914400" y="1122363"/>
            <a:ext cx="10363200" cy="1549400"/>
          </a:xfrm>
        </p:spPr>
        <p:txBody>
          <a:bodyPr anchor="b">
            <a:normAutofit/>
          </a:bodyPr>
          <a:lstStyle>
            <a:lvl1pPr algn="l">
              <a:defRPr sz="4800"/>
            </a:lvl1pPr>
          </a:lstStyle>
          <a:p>
            <a:r>
              <a:rPr lang="en-US"/>
              <a:t>Click to edit Master title style</a:t>
            </a:r>
          </a:p>
        </p:txBody>
      </p:sp>
      <p:sp>
        <p:nvSpPr>
          <p:cNvPr id="3" name="Subtitle 2"/>
          <p:cNvSpPr>
            <a:spLocks noGrp="1"/>
          </p:cNvSpPr>
          <p:nvPr>
            <p:ph type="subTitle" idx="1"/>
          </p:nvPr>
        </p:nvSpPr>
        <p:spPr>
          <a:xfrm>
            <a:off x="914400" y="2671763"/>
            <a:ext cx="9144000" cy="741362"/>
          </a:xfrm>
        </p:spPr>
        <p:txBody>
          <a:bodyPr anchor="ct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402610739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6479008A-B93A-4E31-9826-11B10747953D}"/>
              </a:ext>
            </a:extLst>
          </p:cNvPr>
          <p:cNvGraphicFramePr>
            <a:graphicFrameLocks noChangeAspect="1"/>
          </p:cNvGraphicFramePr>
          <p:nvPr userDrawn="1">
            <p:custDataLst>
              <p:tags r:id="rId1"/>
            </p:custDataLst>
            <p:extLst>
              <p:ext uri="{D42A27DB-BD31-4B8C-83A1-F6EECF244321}">
                <p14:modId xmlns:p14="http://schemas.microsoft.com/office/powerpoint/2010/main" val="3715534537"/>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14" name="Object 13" hidden="1">
                        <a:extLst>
                          <a:ext uri="{FF2B5EF4-FFF2-40B4-BE49-F238E27FC236}">
                            <a16:creationId xmlns:a16="http://schemas.microsoft.com/office/drawing/2014/main" id="{6479008A-B93A-4E31-9826-11B10747953D}"/>
                          </a:ext>
                        </a:extLst>
                      </p:cNvPr>
                      <p:cNvPicPr/>
                      <p:nvPr/>
                    </p:nvPicPr>
                    <p:blipFill>
                      <a:blip r:embed="rId5"/>
                      <a:stretch>
                        <a:fillRect/>
                      </a:stretch>
                    </p:blipFill>
                    <p:spPr>
                      <a:xfrm>
                        <a:off x="1589"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7CFC679C-6432-43BC-A1F0-21F244E24D6B}"/>
              </a:ext>
            </a:extLst>
          </p:cNvPr>
          <p:cNvSpPr/>
          <p:nvPr userDrawn="1">
            <p:custDataLst>
              <p:tags r:id="rId2"/>
            </p:custDataLst>
          </p:nvPr>
        </p:nvSpPr>
        <p:spPr>
          <a:xfrm>
            <a:off x="1" y="0"/>
            <a:ext cx="158751"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0000"/>
              </a:lnSpc>
              <a:spcBef>
                <a:spcPct val="0"/>
              </a:spcBef>
              <a:spcAft>
                <a:spcPct val="0"/>
              </a:spcAft>
            </a:pPr>
            <a:endParaRPr lang="en-US" sz="2600" b="1" i="0" baseline="0">
              <a:latin typeface="Calibri Light" panose="020F0302020204030204" pitchFamily="34" charset="0"/>
              <a:ea typeface="+mj-ea"/>
              <a:cs typeface="+mj-cs"/>
              <a:sym typeface="Calibri Light" panose="020F0302020204030204" pitchFamily="34" charset="0"/>
            </a:endParaRP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610600" y="6356358"/>
            <a:ext cx="2743200" cy="365125"/>
          </a:xfrm>
          <a:prstGeom prst="rect">
            <a:avLst/>
          </a:prstGeom>
        </p:spPr>
        <p:txBody>
          <a:bodyPr/>
          <a:lstStyle/>
          <a:p>
            <a:fld id="{FE09C639-C7C7-9848-BE32-492A9B56F14C}" type="slidenum">
              <a:rPr lang="en-US" smtClean="0"/>
              <a:t>‹#›</a:t>
            </a:fld>
            <a:endParaRPr lang="en-US"/>
          </a:p>
        </p:txBody>
      </p:sp>
      <p:grpSp>
        <p:nvGrpSpPr>
          <p:cNvPr id="15" name="Group 14">
            <a:extLst>
              <a:ext uri="{FF2B5EF4-FFF2-40B4-BE49-F238E27FC236}">
                <a16:creationId xmlns:a16="http://schemas.microsoft.com/office/drawing/2014/main" id="{048D4D96-EE46-4E80-AC86-5CAC6BA39BEA}"/>
              </a:ext>
            </a:extLst>
          </p:cNvPr>
          <p:cNvGrpSpPr/>
          <p:nvPr userDrawn="1"/>
        </p:nvGrpSpPr>
        <p:grpSpPr>
          <a:xfrm>
            <a:off x="-4064" y="1311866"/>
            <a:ext cx="12196064" cy="46732"/>
            <a:chOff x="-4064" y="1396390"/>
            <a:chExt cx="12196064" cy="46732"/>
          </a:xfrm>
        </p:grpSpPr>
        <p:grpSp>
          <p:nvGrpSpPr>
            <p:cNvPr id="8" name="Group 7"/>
            <p:cNvGrpSpPr/>
            <p:nvPr userDrawn="1"/>
          </p:nvGrpSpPr>
          <p:grpSpPr>
            <a:xfrm>
              <a:off x="-4064" y="1396390"/>
              <a:ext cx="12196064" cy="15240"/>
              <a:chOff x="-3048" y="1344168"/>
              <a:chExt cx="9147048" cy="15240"/>
            </a:xfrm>
          </p:grpSpPr>
          <p:cxnSp>
            <p:nvCxnSpPr>
              <p:cNvPr id="12" name="Straight Connector 11"/>
              <p:cNvCxnSpPr/>
              <p:nvPr userDrawn="1"/>
            </p:nvCxnSpPr>
            <p:spPr>
              <a:xfrm>
                <a:off x="0" y="1344168"/>
                <a:ext cx="9144000" cy="0"/>
              </a:xfrm>
              <a:prstGeom prst="line">
                <a:avLst/>
              </a:prstGeom>
              <a:ln w="15875">
                <a:solidFill>
                  <a:srgbClr val="1D3D78"/>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a:off x="-3048" y="1359408"/>
                <a:ext cx="9144000" cy="0"/>
              </a:xfrm>
              <a:prstGeom prst="line">
                <a:avLst/>
              </a:prstGeom>
              <a:ln w="15875">
                <a:solidFill>
                  <a:srgbClr val="1D3D78"/>
                </a:solidFill>
              </a:ln>
            </p:spPr>
            <p:style>
              <a:lnRef idx="1">
                <a:schemeClr val="accent1"/>
              </a:lnRef>
              <a:fillRef idx="0">
                <a:schemeClr val="accent1"/>
              </a:fillRef>
              <a:effectRef idx="0">
                <a:schemeClr val="accent1"/>
              </a:effectRef>
              <a:fontRef idx="minor">
                <a:schemeClr val="tx1"/>
              </a:fontRef>
            </p:style>
          </p:cxnSp>
        </p:grpSp>
        <p:grpSp>
          <p:nvGrpSpPr>
            <p:cNvPr id="9" name="Group 8"/>
            <p:cNvGrpSpPr/>
            <p:nvPr userDrawn="1"/>
          </p:nvGrpSpPr>
          <p:grpSpPr>
            <a:xfrm>
              <a:off x="-4064" y="1427882"/>
              <a:ext cx="12196064" cy="15240"/>
              <a:chOff x="-3048" y="1344168"/>
              <a:chExt cx="9147048" cy="15240"/>
            </a:xfrm>
          </p:grpSpPr>
          <p:cxnSp>
            <p:nvCxnSpPr>
              <p:cNvPr id="10" name="Straight Connector 9"/>
              <p:cNvCxnSpPr/>
              <p:nvPr userDrawn="1"/>
            </p:nvCxnSpPr>
            <p:spPr>
              <a:xfrm>
                <a:off x="0" y="1344168"/>
                <a:ext cx="9144000" cy="0"/>
              </a:xfrm>
              <a:prstGeom prst="line">
                <a:avLst/>
              </a:prstGeom>
              <a:ln w="15875">
                <a:solidFill>
                  <a:srgbClr val="167B57"/>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userDrawn="1"/>
            </p:nvCxnSpPr>
            <p:spPr>
              <a:xfrm>
                <a:off x="-3048" y="1359408"/>
                <a:ext cx="9144000" cy="0"/>
              </a:xfrm>
              <a:prstGeom prst="line">
                <a:avLst/>
              </a:prstGeom>
              <a:ln w="15875">
                <a:solidFill>
                  <a:srgbClr val="167B57"/>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407744119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610600" y="6356358"/>
            <a:ext cx="2743200" cy="365125"/>
          </a:xfrm>
          <a:prstGeom prst="rect">
            <a:avLst/>
          </a:prstGeom>
        </p:spPr>
        <p:txBody>
          <a:bodyPr/>
          <a:lstStyle/>
          <a:p>
            <a:fld id="{FE09C639-C7C7-9848-BE32-492A9B56F14C}" type="slidenum">
              <a:rPr lang="en-US" smtClean="0"/>
              <a:t>‹#›</a:t>
            </a:fld>
            <a:endParaRPr lang="en-US"/>
          </a:p>
        </p:txBody>
      </p:sp>
      <p:grpSp>
        <p:nvGrpSpPr>
          <p:cNvPr id="15" name="Group 14">
            <a:extLst>
              <a:ext uri="{FF2B5EF4-FFF2-40B4-BE49-F238E27FC236}">
                <a16:creationId xmlns:a16="http://schemas.microsoft.com/office/drawing/2014/main" id="{D9B18402-97FF-41B9-A0F8-4E70EA1A736C}"/>
              </a:ext>
            </a:extLst>
          </p:cNvPr>
          <p:cNvGrpSpPr/>
          <p:nvPr userDrawn="1"/>
        </p:nvGrpSpPr>
        <p:grpSpPr>
          <a:xfrm>
            <a:off x="-4064" y="1311866"/>
            <a:ext cx="12196064" cy="46732"/>
            <a:chOff x="-4064" y="1396390"/>
            <a:chExt cx="12196064" cy="46732"/>
          </a:xfrm>
        </p:grpSpPr>
        <p:grpSp>
          <p:nvGrpSpPr>
            <p:cNvPr id="16" name="Group 15">
              <a:extLst>
                <a:ext uri="{FF2B5EF4-FFF2-40B4-BE49-F238E27FC236}">
                  <a16:creationId xmlns:a16="http://schemas.microsoft.com/office/drawing/2014/main" id="{4671C90E-ED8C-45B3-B185-2E5880B693E9}"/>
                </a:ext>
              </a:extLst>
            </p:cNvPr>
            <p:cNvGrpSpPr/>
            <p:nvPr userDrawn="1"/>
          </p:nvGrpSpPr>
          <p:grpSpPr>
            <a:xfrm>
              <a:off x="-4064" y="1396390"/>
              <a:ext cx="12196064" cy="15240"/>
              <a:chOff x="-3048" y="1344168"/>
              <a:chExt cx="9147048" cy="15240"/>
            </a:xfrm>
          </p:grpSpPr>
          <p:cxnSp>
            <p:nvCxnSpPr>
              <p:cNvPr id="20" name="Straight Connector 19">
                <a:extLst>
                  <a:ext uri="{FF2B5EF4-FFF2-40B4-BE49-F238E27FC236}">
                    <a16:creationId xmlns:a16="http://schemas.microsoft.com/office/drawing/2014/main" id="{38645419-0FA9-4759-8636-09E75908B383}"/>
                  </a:ext>
                </a:extLst>
              </p:cNvPr>
              <p:cNvCxnSpPr/>
              <p:nvPr userDrawn="1"/>
            </p:nvCxnSpPr>
            <p:spPr>
              <a:xfrm>
                <a:off x="0" y="1344168"/>
                <a:ext cx="9144000" cy="0"/>
              </a:xfrm>
              <a:prstGeom prst="line">
                <a:avLst/>
              </a:prstGeom>
              <a:ln w="15875">
                <a:solidFill>
                  <a:srgbClr val="1D3D78"/>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4768868-C34C-4707-B36D-C1BD9643BC90}"/>
                  </a:ext>
                </a:extLst>
              </p:cNvPr>
              <p:cNvCxnSpPr/>
              <p:nvPr userDrawn="1"/>
            </p:nvCxnSpPr>
            <p:spPr>
              <a:xfrm>
                <a:off x="-3048" y="1359408"/>
                <a:ext cx="9144000" cy="0"/>
              </a:xfrm>
              <a:prstGeom prst="line">
                <a:avLst/>
              </a:prstGeom>
              <a:ln w="15875">
                <a:solidFill>
                  <a:srgbClr val="1D3D78"/>
                </a:solidFill>
              </a:ln>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9977A6D1-9034-4A80-B59D-5FCB6FF47B77}"/>
                </a:ext>
              </a:extLst>
            </p:cNvPr>
            <p:cNvGrpSpPr/>
            <p:nvPr userDrawn="1"/>
          </p:nvGrpSpPr>
          <p:grpSpPr>
            <a:xfrm>
              <a:off x="-4064" y="1427882"/>
              <a:ext cx="12196064" cy="15240"/>
              <a:chOff x="-3048" y="1344168"/>
              <a:chExt cx="9147048" cy="15240"/>
            </a:xfrm>
          </p:grpSpPr>
          <p:cxnSp>
            <p:nvCxnSpPr>
              <p:cNvPr id="18" name="Straight Connector 17">
                <a:extLst>
                  <a:ext uri="{FF2B5EF4-FFF2-40B4-BE49-F238E27FC236}">
                    <a16:creationId xmlns:a16="http://schemas.microsoft.com/office/drawing/2014/main" id="{7B94AB9B-8BC2-4FC5-AAE3-94E7776FAB76}"/>
                  </a:ext>
                </a:extLst>
              </p:cNvPr>
              <p:cNvCxnSpPr/>
              <p:nvPr userDrawn="1"/>
            </p:nvCxnSpPr>
            <p:spPr>
              <a:xfrm>
                <a:off x="0" y="1344168"/>
                <a:ext cx="9144000" cy="0"/>
              </a:xfrm>
              <a:prstGeom prst="line">
                <a:avLst/>
              </a:prstGeom>
              <a:ln w="15875">
                <a:solidFill>
                  <a:srgbClr val="167B57"/>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2C1DE8E-F8BE-4FC7-BEC4-06C4F168A5CE}"/>
                  </a:ext>
                </a:extLst>
              </p:cNvPr>
              <p:cNvCxnSpPr/>
              <p:nvPr userDrawn="1"/>
            </p:nvCxnSpPr>
            <p:spPr>
              <a:xfrm>
                <a:off x="-3048" y="1359408"/>
                <a:ext cx="9144000" cy="0"/>
              </a:xfrm>
              <a:prstGeom prst="line">
                <a:avLst/>
              </a:prstGeom>
              <a:ln w="15875">
                <a:solidFill>
                  <a:srgbClr val="167B57"/>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79746453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8610600" y="6356358"/>
            <a:ext cx="2743200" cy="365125"/>
          </a:xfrm>
          <a:prstGeom prst="rect">
            <a:avLst/>
          </a:prstGeom>
        </p:spPr>
        <p:txBody>
          <a:bodyPr/>
          <a:lstStyle/>
          <a:p>
            <a:fld id="{FE09C639-C7C7-9848-BE32-492A9B56F14C}" type="slidenum">
              <a:rPr lang="en-US" smtClean="0"/>
              <a:t>‹#›</a:t>
            </a:fld>
            <a:endParaRPr lang="en-US"/>
          </a:p>
        </p:txBody>
      </p:sp>
      <p:grpSp>
        <p:nvGrpSpPr>
          <p:cNvPr id="13" name="Group 12">
            <a:extLst>
              <a:ext uri="{FF2B5EF4-FFF2-40B4-BE49-F238E27FC236}">
                <a16:creationId xmlns:a16="http://schemas.microsoft.com/office/drawing/2014/main" id="{25CE2B37-2720-44D4-9627-B945D1022DB6}"/>
              </a:ext>
            </a:extLst>
          </p:cNvPr>
          <p:cNvGrpSpPr/>
          <p:nvPr userDrawn="1"/>
        </p:nvGrpSpPr>
        <p:grpSpPr>
          <a:xfrm>
            <a:off x="-4064" y="1311866"/>
            <a:ext cx="12196064" cy="46732"/>
            <a:chOff x="-4064" y="1396390"/>
            <a:chExt cx="12196064" cy="46732"/>
          </a:xfrm>
        </p:grpSpPr>
        <p:grpSp>
          <p:nvGrpSpPr>
            <p:cNvPr id="14" name="Group 13">
              <a:extLst>
                <a:ext uri="{FF2B5EF4-FFF2-40B4-BE49-F238E27FC236}">
                  <a16:creationId xmlns:a16="http://schemas.microsoft.com/office/drawing/2014/main" id="{33097E44-5FA9-4EE9-976B-3C75506CC086}"/>
                </a:ext>
              </a:extLst>
            </p:cNvPr>
            <p:cNvGrpSpPr/>
            <p:nvPr userDrawn="1"/>
          </p:nvGrpSpPr>
          <p:grpSpPr>
            <a:xfrm>
              <a:off x="-4064" y="1396390"/>
              <a:ext cx="12196064" cy="15240"/>
              <a:chOff x="-3048" y="1344168"/>
              <a:chExt cx="9147048" cy="15240"/>
            </a:xfrm>
          </p:grpSpPr>
          <p:cxnSp>
            <p:nvCxnSpPr>
              <p:cNvPr id="18" name="Straight Connector 17">
                <a:extLst>
                  <a:ext uri="{FF2B5EF4-FFF2-40B4-BE49-F238E27FC236}">
                    <a16:creationId xmlns:a16="http://schemas.microsoft.com/office/drawing/2014/main" id="{5AF1D368-3433-43F3-84CD-587858798817}"/>
                  </a:ext>
                </a:extLst>
              </p:cNvPr>
              <p:cNvCxnSpPr/>
              <p:nvPr userDrawn="1"/>
            </p:nvCxnSpPr>
            <p:spPr>
              <a:xfrm>
                <a:off x="0" y="1344168"/>
                <a:ext cx="9144000" cy="0"/>
              </a:xfrm>
              <a:prstGeom prst="line">
                <a:avLst/>
              </a:prstGeom>
              <a:ln w="15875">
                <a:solidFill>
                  <a:srgbClr val="1D3D78"/>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8E0B0BB-24F3-43F6-ACC8-4A0666C5583B}"/>
                  </a:ext>
                </a:extLst>
              </p:cNvPr>
              <p:cNvCxnSpPr/>
              <p:nvPr userDrawn="1"/>
            </p:nvCxnSpPr>
            <p:spPr>
              <a:xfrm>
                <a:off x="-3048" y="1359408"/>
                <a:ext cx="9144000" cy="0"/>
              </a:xfrm>
              <a:prstGeom prst="line">
                <a:avLst/>
              </a:prstGeom>
              <a:ln w="15875">
                <a:solidFill>
                  <a:srgbClr val="1D3D78"/>
                </a:solidFill>
              </a:ln>
            </p:spPr>
            <p:style>
              <a:lnRef idx="1">
                <a:schemeClr val="accent1"/>
              </a:lnRef>
              <a:fillRef idx="0">
                <a:schemeClr val="accent1"/>
              </a:fillRef>
              <a:effectRef idx="0">
                <a:schemeClr val="accent1"/>
              </a:effectRef>
              <a:fontRef idx="minor">
                <a:schemeClr val="tx1"/>
              </a:fontRef>
            </p:style>
          </p:cxnSp>
        </p:grpSp>
        <p:grpSp>
          <p:nvGrpSpPr>
            <p:cNvPr id="15" name="Group 14">
              <a:extLst>
                <a:ext uri="{FF2B5EF4-FFF2-40B4-BE49-F238E27FC236}">
                  <a16:creationId xmlns:a16="http://schemas.microsoft.com/office/drawing/2014/main" id="{60D88FDD-86D3-4BD3-AF7D-1FD62BC5B073}"/>
                </a:ext>
              </a:extLst>
            </p:cNvPr>
            <p:cNvGrpSpPr/>
            <p:nvPr userDrawn="1"/>
          </p:nvGrpSpPr>
          <p:grpSpPr>
            <a:xfrm>
              <a:off x="-4064" y="1427882"/>
              <a:ext cx="12196064" cy="15240"/>
              <a:chOff x="-3048" y="1344168"/>
              <a:chExt cx="9147048" cy="15240"/>
            </a:xfrm>
          </p:grpSpPr>
          <p:cxnSp>
            <p:nvCxnSpPr>
              <p:cNvPr id="16" name="Straight Connector 15">
                <a:extLst>
                  <a:ext uri="{FF2B5EF4-FFF2-40B4-BE49-F238E27FC236}">
                    <a16:creationId xmlns:a16="http://schemas.microsoft.com/office/drawing/2014/main" id="{3F558968-6F10-49CF-AC2B-7DC570A6CDB3}"/>
                  </a:ext>
                </a:extLst>
              </p:cNvPr>
              <p:cNvCxnSpPr/>
              <p:nvPr userDrawn="1"/>
            </p:nvCxnSpPr>
            <p:spPr>
              <a:xfrm>
                <a:off x="0" y="1344168"/>
                <a:ext cx="9144000" cy="0"/>
              </a:xfrm>
              <a:prstGeom prst="line">
                <a:avLst/>
              </a:prstGeom>
              <a:ln w="15875">
                <a:solidFill>
                  <a:srgbClr val="167B57"/>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91C04DD-D4E1-45D4-8747-8C87A6F051EC}"/>
                  </a:ext>
                </a:extLst>
              </p:cNvPr>
              <p:cNvCxnSpPr/>
              <p:nvPr userDrawn="1"/>
            </p:nvCxnSpPr>
            <p:spPr>
              <a:xfrm>
                <a:off x="-3048" y="1359408"/>
                <a:ext cx="9144000" cy="0"/>
              </a:xfrm>
              <a:prstGeom prst="line">
                <a:avLst/>
              </a:prstGeom>
              <a:ln w="15875">
                <a:solidFill>
                  <a:srgbClr val="167B57"/>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50850228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8610600" y="6356358"/>
            <a:ext cx="2743200" cy="365125"/>
          </a:xfrm>
          <a:prstGeom prst="rect">
            <a:avLst/>
          </a:prstGeom>
        </p:spPr>
        <p:txBody>
          <a:bodyPr/>
          <a:lstStyle/>
          <a:p>
            <a:fld id="{FE09C639-C7C7-9848-BE32-492A9B56F14C}" type="slidenum">
              <a:rPr lang="en-US" smtClean="0"/>
              <a:t>‹#›</a:t>
            </a:fld>
            <a:endParaRPr lang="en-US"/>
          </a:p>
        </p:txBody>
      </p:sp>
    </p:spTree>
    <p:extLst>
      <p:ext uri="{BB962C8B-B14F-4D97-AF65-F5344CB8AC3E}">
        <p14:creationId xmlns:p14="http://schemas.microsoft.com/office/powerpoint/2010/main" val="371691086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6_Custom Layout">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C10ED313-0177-4DE4-B798-A46B119C46AD}"/>
              </a:ext>
            </a:extLst>
          </p:cNvPr>
          <p:cNvGraphicFramePr>
            <a:graphicFrameLocks noChangeAspect="1"/>
          </p:cNvGraphicFramePr>
          <p:nvPr userDrawn="1">
            <p:custDataLst>
              <p:tags r:id="rId1"/>
            </p:custData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C10ED313-0177-4DE4-B798-A46B119C46AD}"/>
                          </a:ext>
                        </a:extLst>
                      </p:cNvPr>
                      <p:cNvPicPr/>
                      <p:nvPr/>
                    </p:nvPicPr>
                    <p:blipFill>
                      <a:blip r:embed="rId5"/>
                      <a:stretch>
                        <a:fillRect/>
                      </a:stretch>
                    </p:blipFill>
                    <p:spPr>
                      <a:xfrm>
                        <a:off x="1589"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1457134F-D407-4E4B-9C83-F6EC48E46B75}"/>
              </a:ext>
            </a:extLst>
          </p:cNvPr>
          <p:cNvSpPr/>
          <p:nvPr userDrawn="1">
            <p:custDataLst>
              <p:tags r:id="rId2"/>
            </p:custDataLst>
          </p:nvPr>
        </p:nvSpPr>
        <p:spPr>
          <a:xfrm>
            <a:off x="1" y="0"/>
            <a:ext cx="158751"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US" sz="2400" b="1" i="0" baseline="0">
              <a:latin typeface="Calibri Light" panose="020F0302020204030204" pitchFamily="34" charset="0"/>
              <a:ea typeface="+mj-ea"/>
              <a:cs typeface="+mj-cs"/>
              <a:sym typeface="Calibri Light" panose="020F0302020204030204" pitchFamily="34" charset="0"/>
            </a:endParaRPr>
          </a:p>
        </p:txBody>
      </p:sp>
      <p:sp>
        <p:nvSpPr>
          <p:cNvPr id="6" name="Rectangle 5">
            <a:extLst>
              <a:ext uri="{FF2B5EF4-FFF2-40B4-BE49-F238E27FC236}">
                <a16:creationId xmlns:a16="http://schemas.microsoft.com/office/drawing/2014/main" id="{5EA8F5B5-A9D2-4712-9491-019637D50D2D}"/>
              </a:ext>
            </a:extLst>
          </p:cNvPr>
          <p:cNvSpPr/>
          <p:nvPr userDrawn="1"/>
        </p:nvSpPr>
        <p:spPr>
          <a:xfrm>
            <a:off x="-17418" y="0"/>
            <a:ext cx="6191251" cy="6858000"/>
          </a:xfrm>
          <a:prstGeom prst="rect">
            <a:avLst/>
          </a:prstGeom>
          <a:solidFill>
            <a:srgbClr val="1D3D78"/>
          </a:solidFill>
          <a:ln w="19050" cap="flat" cmpd="sng" algn="ctr">
            <a:noFill/>
            <a:prstDash val="solid"/>
            <a:round/>
            <a:headEnd type="none" w="med" len="med"/>
            <a:tailEnd type="none" w="med" len="med"/>
          </a:ln>
          <a:effectLst>
            <a:outerShdw blurRad="50800" dist="254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1">
            <a:extLst>
              <a:ext uri="{FF2B5EF4-FFF2-40B4-BE49-F238E27FC236}">
                <a16:creationId xmlns:a16="http://schemas.microsoft.com/office/drawing/2014/main" id="{65C52DAC-6FF0-4C6E-958B-5AA797973CAE}"/>
              </a:ext>
            </a:extLst>
          </p:cNvPr>
          <p:cNvSpPr>
            <a:spLocks noGrp="1"/>
          </p:cNvSpPr>
          <p:nvPr>
            <p:ph type="title"/>
          </p:nvPr>
        </p:nvSpPr>
        <p:spPr>
          <a:xfrm>
            <a:off x="660400" y="295277"/>
            <a:ext cx="4521200" cy="866775"/>
          </a:xfrm>
        </p:spPr>
        <p:txBody>
          <a:bodyPr anchor="ctr">
            <a:normAutofit/>
          </a:bodyPr>
          <a:lstStyle>
            <a:lvl1pPr algn="l">
              <a:defRPr sz="2400">
                <a:solidFill>
                  <a:schemeClr val="bg1"/>
                </a:solidFill>
              </a:defRPr>
            </a:lvl1pPr>
          </a:lstStyle>
          <a:p>
            <a:r>
              <a:rPr lang="en-US"/>
              <a:t>Click to edit Master title style</a:t>
            </a:r>
          </a:p>
        </p:txBody>
      </p:sp>
      <p:pic>
        <p:nvPicPr>
          <p:cNvPr id="9" name="Picture 8">
            <a:extLst>
              <a:ext uri="{FF2B5EF4-FFF2-40B4-BE49-F238E27FC236}">
                <a16:creationId xmlns:a16="http://schemas.microsoft.com/office/drawing/2014/main" id="{9EFFD361-7FC9-4538-A683-274B8E78F9CF}"/>
              </a:ext>
            </a:extLst>
          </p:cNvPr>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0675124" y="6490742"/>
            <a:ext cx="1371600" cy="278765"/>
          </a:xfrm>
          <a:prstGeom prst="rect">
            <a:avLst/>
          </a:prstGeom>
          <a:noFill/>
        </p:spPr>
      </p:pic>
      <p:sp>
        <p:nvSpPr>
          <p:cNvPr id="11" name="Slide Number Placeholder 3">
            <a:extLst>
              <a:ext uri="{FF2B5EF4-FFF2-40B4-BE49-F238E27FC236}">
                <a16:creationId xmlns:a16="http://schemas.microsoft.com/office/drawing/2014/main" id="{BBF5D7F9-168A-4D98-A373-B4DE93872AF8}"/>
              </a:ext>
            </a:extLst>
          </p:cNvPr>
          <p:cNvSpPr>
            <a:spLocks noGrp="1"/>
          </p:cNvSpPr>
          <p:nvPr>
            <p:ph type="sldNum" sz="quarter" idx="12"/>
          </p:nvPr>
        </p:nvSpPr>
        <p:spPr>
          <a:xfrm>
            <a:off x="7934325" y="6356358"/>
            <a:ext cx="2743200" cy="365125"/>
          </a:xfrm>
          <a:prstGeom prst="rect">
            <a:avLst/>
          </a:prstGeom>
        </p:spPr>
        <p:txBody>
          <a:bodyPr/>
          <a:lstStyle/>
          <a:p>
            <a:fld id="{FE09C639-C7C7-9848-BE32-492A9B56F14C}" type="slidenum">
              <a:rPr lang="en-US" smtClean="0"/>
              <a:t>‹#›</a:t>
            </a:fld>
            <a:endParaRPr lang="en-US"/>
          </a:p>
        </p:txBody>
      </p:sp>
    </p:spTree>
    <p:extLst>
      <p:ext uri="{BB962C8B-B14F-4D97-AF65-F5344CB8AC3E}">
        <p14:creationId xmlns:p14="http://schemas.microsoft.com/office/powerpoint/2010/main" val="303909399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9_Custom Layout">
    <p:bg>
      <p:bgPr>
        <a:solidFill>
          <a:srgbClr val="1D3D78"/>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B0E4F4A9-BD03-4540-AF7B-7B272A402C95}"/>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B0E4F4A9-BD03-4540-AF7B-7B272A402C9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9750C079-2820-49C4-84BD-F097ABE9589B}"/>
              </a:ext>
            </a:extLst>
          </p:cNvPr>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US" sz="2600" b="1" i="0" baseline="0">
              <a:latin typeface="Calibri Light" panose="020F0302020204030204" pitchFamily="34" charset="0"/>
              <a:ea typeface="+mj-ea"/>
              <a:cs typeface="+mj-cs"/>
              <a:sym typeface="Calibri Light" panose="020F0302020204030204" pitchFamily="34" charset="0"/>
            </a:endParaRPr>
          </a:p>
        </p:txBody>
      </p:sp>
      <p:sp>
        <p:nvSpPr>
          <p:cNvPr id="5" name="Arrow: Pentagon 4">
            <a:extLst>
              <a:ext uri="{FF2B5EF4-FFF2-40B4-BE49-F238E27FC236}">
                <a16:creationId xmlns:a16="http://schemas.microsoft.com/office/drawing/2014/main" id="{80775BAD-61D1-4107-B81F-FFC60F7527A1}"/>
              </a:ext>
            </a:extLst>
          </p:cNvPr>
          <p:cNvSpPr/>
          <p:nvPr userDrawn="1"/>
        </p:nvSpPr>
        <p:spPr>
          <a:xfrm>
            <a:off x="0" y="0"/>
            <a:ext cx="6460435" cy="6858000"/>
          </a:xfrm>
          <a:custGeom>
            <a:avLst/>
            <a:gdLst>
              <a:gd name="connsiteX0" fmla="*/ 0 w 4896853"/>
              <a:gd name="connsiteY0" fmla="*/ 0 h 6858000"/>
              <a:gd name="connsiteX1" fmla="*/ 2448427 w 4896853"/>
              <a:gd name="connsiteY1" fmla="*/ 0 h 6858000"/>
              <a:gd name="connsiteX2" fmla="*/ 4896853 w 4896853"/>
              <a:gd name="connsiteY2" fmla="*/ 3429000 h 6858000"/>
              <a:gd name="connsiteX3" fmla="*/ 2448427 w 4896853"/>
              <a:gd name="connsiteY3" fmla="*/ 6858000 h 6858000"/>
              <a:gd name="connsiteX4" fmla="*/ 0 w 4896853"/>
              <a:gd name="connsiteY4" fmla="*/ 6858000 h 6858000"/>
              <a:gd name="connsiteX5" fmla="*/ 0 w 4896853"/>
              <a:gd name="connsiteY5" fmla="*/ 0 h 6858000"/>
              <a:gd name="connsiteX0" fmla="*/ 0 w 4896853"/>
              <a:gd name="connsiteY0" fmla="*/ 0 h 6858000"/>
              <a:gd name="connsiteX1" fmla="*/ 3675648 w 4896853"/>
              <a:gd name="connsiteY1" fmla="*/ 0 h 6858000"/>
              <a:gd name="connsiteX2" fmla="*/ 4896853 w 4896853"/>
              <a:gd name="connsiteY2" fmla="*/ 3429000 h 6858000"/>
              <a:gd name="connsiteX3" fmla="*/ 2448427 w 4896853"/>
              <a:gd name="connsiteY3" fmla="*/ 6858000 h 6858000"/>
              <a:gd name="connsiteX4" fmla="*/ 0 w 4896853"/>
              <a:gd name="connsiteY4" fmla="*/ 6858000 h 6858000"/>
              <a:gd name="connsiteX5" fmla="*/ 0 w 4896853"/>
              <a:gd name="connsiteY5" fmla="*/ 0 h 6858000"/>
              <a:gd name="connsiteX0" fmla="*/ 0 w 4896853"/>
              <a:gd name="connsiteY0" fmla="*/ 0 h 6858000"/>
              <a:gd name="connsiteX1" fmla="*/ 3675648 w 4896853"/>
              <a:gd name="connsiteY1" fmla="*/ 0 h 6858000"/>
              <a:gd name="connsiteX2" fmla="*/ 4896853 w 4896853"/>
              <a:gd name="connsiteY2" fmla="*/ 3429000 h 6858000"/>
              <a:gd name="connsiteX3" fmla="*/ 3952375 w 4896853"/>
              <a:gd name="connsiteY3" fmla="*/ 6858000 h 6858000"/>
              <a:gd name="connsiteX4" fmla="*/ 0 w 4896853"/>
              <a:gd name="connsiteY4" fmla="*/ 6858000 h 6858000"/>
              <a:gd name="connsiteX5" fmla="*/ 0 w 4896853"/>
              <a:gd name="connsiteY5" fmla="*/ 0 h 6858000"/>
              <a:gd name="connsiteX0" fmla="*/ 0 w 4896853"/>
              <a:gd name="connsiteY0" fmla="*/ 0 h 6858000"/>
              <a:gd name="connsiteX1" fmla="*/ 3675648 w 4896853"/>
              <a:gd name="connsiteY1" fmla="*/ 0 h 6858000"/>
              <a:gd name="connsiteX2" fmla="*/ 4896853 w 4896853"/>
              <a:gd name="connsiteY2" fmla="*/ 3429000 h 6858000"/>
              <a:gd name="connsiteX3" fmla="*/ 3952375 w 4896853"/>
              <a:gd name="connsiteY3" fmla="*/ 6858000 h 6858000"/>
              <a:gd name="connsiteX4" fmla="*/ 0 w 4896853"/>
              <a:gd name="connsiteY4" fmla="*/ 6858000 h 6858000"/>
              <a:gd name="connsiteX5" fmla="*/ 0 w 4896853"/>
              <a:gd name="connsiteY5" fmla="*/ 0 h 6858000"/>
              <a:gd name="connsiteX0" fmla="*/ 0 w 4896853"/>
              <a:gd name="connsiteY0" fmla="*/ 0 h 6858000"/>
              <a:gd name="connsiteX1" fmla="*/ 3675648 w 4896853"/>
              <a:gd name="connsiteY1" fmla="*/ 0 h 6858000"/>
              <a:gd name="connsiteX2" fmla="*/ 4896853 w 4896853"/>
              <a:gd name="connsiteY2" fmla="*/ 3429000 h 6858000"/>
              <a:gd name="connsiteX3" fmla="*/ 3699712 w 4896853"/>
              <a:gd name="connsiteY3" fmla="*/ 6845969 h 6858000"/>
              <a:gd name="connsiteX4" fmla="*/ 0 w 4896853"/>
              <a:gd name="connsiteY4" fmla="*/ 6858000 h 6858000"/>
              <a:gd name="connsiteX5" fmla="*/ 0 w 4896853"/>
              <a:gd name="connsiteY5" fmla="*/ 0 h 6858000"/>
              <a:gd name="connsiteX0" fmla="*/ 0 w 4896853"/>
              <a:gd name="connsiteY0" fmla="*/ 0 h 6858000"/>
              <a:gd name="connsiteX1" fmla="*/ 4494365 w 4896853"/>
              <a:gd name="connsiteY1" fmla="*/ 0 h 6858000"/>
              <a:gd name="connsiteX2" fmla="*/ 4896853 w 4896853"/>
              <a:gd name="connsiteY2" fmla="*/ 3429000 h 6858000"/>
              <a:gd name="connsiteX3" fmla="*/ 3699712 w 4896853"/>
              <a:gd name="connsiteY3" fmla="*/ 6845969 h 6858000"/>
              <a:gd name="connsiteX4" fmla="*/ 0 w 4896853"/>
              <a:gd name="connsiteY4" fmla="*/ 6858000 h 6858000"/>
              <a:gd name="connsiteX5" fmla="*/ 0 w 4896853"/>
              <a:gd name="connsiteY5" fmla="*/ 0 h 6858000"/>
              <a:gd name="connsiteX0" fmla="*/ 0 w 4896853"/>
              <a:gd name="connsiteY0" fmla="*/ 0 h 6858000"/>
              <a:gd name="connsiteX1" fmla="*/ 4494365 w 4896853"/>
              <a:gd name="connsiteY1" fmla="*/ 0 h 6858000"/>
              <a:gd name="connsiteX2" fmla="*/ 4896853 w 4896853"/>
              <a:gd name="connsiteY2" fmla="*/ 3429000 h 6858000"/>
              <a:gd name="connsiteX3" fmla="*/ 4446341 w 4896853"/>
              <a:gd name="connsiteY3" fmla="*/ 6845969 h 6858000"/>
              <a:gd name="connsiteX4" fmla="*/ 0 w 4896853"/>
              <a:gd name="connsiteY4" fmla="*/ 6858000 h 6858000"/>
              <a:gd name="connsiteX5" fmla="*/ 0 w 4896853"/>
              <a:gd name="connsiteY5" fmla="*/ 0 h 6858000"/>
              <a:gd name="connsiteX0" fmla="*/ 0 w 4896853"/>
              <a:gd name="connsiteY0" fmla="*/ 0 h 6858000"/>
              <a:gd name="connsiteX1" fmla="*/ 4494365 w 4896853"/>
              <a:gd name="connsiteY1" fmla="*/ 0 h 6858000"/>
              <a:gd name="connsiteX2" fmla="*/ 4896853 w 4896853"/>
              <a:gd name="connsiteY2" fmla="*/ 3429000 h 6858000"/>
              <a:gd name="connsiteX3" fmla="*/ 4318270 w 4896853"/>
              <a:gd name="connsiteY3" fmla="*/ 6855909 h 6858000"/>
              <a:gd name="connsiteX4" fmla="*/ 0 w 4896853"/>
              <a:gd name="connsiteY4" fmla="*/ 6858000 h 6858000"/>
              <a:gd name="connsiteX5" fmla="*/ 0 w 4896853"/>
              <a:gd name="connsiteY5" fmla="*/ 0 h 6858000"/>
              <a:gd name="connsiteX0" fmla="*/ 0 w 4896853"/>
              <a:gd name="connsiteY0" fmla="*/ 9939 h 6867939"/>
              <a:gd name="connsiteX1" fmla="*/ 4373827 w 4896853"/>
              <a:gd name="connsiteY1" fmla="*/ 0 h 6867939"/>
              <a:gd name="connsiteX2" fmla="*/ 4896853 w 4896853"/>
              <a:gd name="connsiteY2" fmla="*/ 3438939 h 6867939"/>
              <a:gd name="connsiteX3" fmla="*/ 4318270 w 4896853"/>
              <a:gd name="connsiteY3" fmla="*/ 6865848 h 6867939"/>
              <a:gd name="connsiteX4" fmla="*/ 0 w 4896853"/>
              <a:gd name="connsiteY4" fmla="*/ 6867939 h 6867939"/>
              <a:gd name="connsiteX5" fmla="*/ 0 w 4896853"/>
              <a:gd name="connsiteY5" fmla="*/ 9939 h 6867939"/>
              <a:gd name="connsiteX0" fmla="*/ 0 w 4896853"/>
              <a:gd name="connsiteY0" fmla="*/ 9939 h 6867939"/>
              <a:gd name="connsiteX1" fmla="*/ 4373827 w 4896853"/>
              <a:gd name="connsiteY1" fmla="*/ 0 h 6867939"/>
              <a:gd name="connsiteX2" fmla="*/ 4896853 w 4896853"/>
              <a:gd name="connsiteY2" fmla="*/ 3438939 h 6867939"/>
              <a:gd name="connsiteX3" fmla="*/ 4318270 w 4896853"/>
              <a:gd name="connsiteY3" fmla="*/ 6865848 h 6867939"/>
              <a:gd name="connsiteX4" fmla="*/ 0 w 4896853"/>
              <a:gd name="connsiteY4" fmla="*/ 6867939 h 6867939"/>
              <a:gd name="connsiteX5" fmla="*/ 0 w 4896853"/>
              <a:gd name="connsiteY5" fmla="*/ 9939 h 6867939"/>
              <a:gd name="connsiteX0" fmla="*/ 0 w 4896853"/>
              <a:gd name="connsiteY0" fmla="*/ 0 h 6858000"/>
              <a:gd name="connsiteX1" fmla="*/ 4366293 w 4896853"/>
              <a:gd name="connsiteY1" fmla="*/ 0 h 6858000"/>
              <a:gd name="connsiteX2" fmla="*/ 4896853 w 4896853"/>
              <a:gd name="connsiteY2" fmla="*/ 3429000 h 6858000"/>
              <a:gd name="connsiteX3" fmla="*/ 4318270 w 4896853"/>
              <a:gd name="connsiteY3" fmla="*/ 6855909 h 6858000"/>
              <a:gd name="connsiteX4" fmla="*/ 0 w 4896853"/>
              <a:gd name="connsiteY4" fmla="*/ 6858000 h 6858000"/>
              <a:gd name="connsiteX5" fmla="*/ 0 w 4896853"/>
              <a:gd name="connsiteY5" fmla="*/ 0 h 6858000"/>
              <a:gd name="connsiteX0" fmla="*/ 0 w 4896853"/>
              <a:gd name="connsiteY0" fmla="*/ 0 h 6858000"/>
              <a:gd name="connsiteX1" fmla="*/ 4366293 w 4896853"/>
              <a:gd name="connsiteY1" fmla="*/ 0 h 6858000"/>
              <a:gd name="connsiteX2" fmla="*/ 4896853 w 4896853"/>
              <a:gd name="connsiteY2" fmla="*/ 3429000 h 6858000"/>
              <a:gd name="connsiteX3" fmla="*/ 4318270 w 4896853"/>
              <a:gd name="connsiteY3" fmla="*/ 6845969 h 6858000"/>
              <a:gd name="connsiteX4" fmla="*/ 0 w 4896853"/>
              <a:gd name="connsiteY4" fmla="*/ 6858000 h 6858000"/>
              <a:gd name="connsiteX5" fmla="*/ 0 w 4896853"/>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96853" h="6858000">
                <a:moveTo>
                  <a:pt x="0" y="0"/>
                </a:moveTo>
                <a:lnTo>
                  <a:pt x="4366293" y="0"/>
                </a:lnTo>
                <a:lnTo>
                  <a:pt x="4896853" y="3429000"/>
                </a:lnTo>
                <a:lnTo>
                  <a:pt x="4318270" y="6845969"/>
                </a:lnTo>
                <a:lnTo>
                  <a:pt x="0" y="6858000"/>
                </a:lnTo>
                <a:lnTo>
                  <a:pt x="0" y="0"/>
                </a:lnTo>
                <a:close/>
              </a:path>
            </a:pathLst>
          </a:custGeom>
          <a:solidFill>
            <a:schemeClr val="bg1"/>
          </a:solidFill>
          <a:ln>
            <a:solidFill>
              <a:schemeClr val="bg1"/>
            </a:solidFill>
          </a:ln>
          <a:effectLst>
            <a:outerShdw blurRad="165100" dist="635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38753D-D23A-44AF-AF43-6DBF2F54FD66}"/>
              </a:ext>
            </a:extLst>
          </p:cNvPr>
          <p:cNvSpPr>
            <a:spLocks noGrp="1"/>
          </p:cNvSpPr>
          <p:nvPr>
            <p:ph type="title"/>
          </p:nvPr>
        </p:nvSpPr>
        <p:spPr>
          <a:xfrm>
            <a:off x="318052" y="365126"/>
            <a:ext cx="5406887" cy="914400"/>
          </a:xfrm>
        </p:spPr>
        <p:txBody>
          <a:bodyPr/>
          <a:lstStyle>
            <a:lvl1pPr>
              <a:defRPr>
                <a:solidFill>
                  <a:schemeClr val="accent5"/>
                </a:solidFill>
              </a:defRPr>
            </a:lvl1pPr>
          </a:lstStyle>
          <a:p>
            <a:r>
              <a:rPr lang="en-US"/>
              <a:t>Click to edit Master title style</a:t>
            </a:r>
          </a:p>
        </p:txBody>
      </p:sp>
      <p:pic>
        <p:nvPicPr>
          <p:cNvPr id="8" name="Picture 7">
            <a:extLst>
              <a:ext uri="{FF2B5EF4-FFF2-40B4-BE49-F238E27FC236}">
                <a16:creationId xmlns:a16="http://schemas.microsoft.com/office/drawing/2014/main" id="{D136DB46-5FE9-4E43-9B04-4E464862E325}"/>
              </a:ext>
            </a:extLst>
          </p:cNvPr>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92849" y="6490742"/>
            <a:ext cx="1371600" cy="278765"/>
          </a:xfrm>
          <a:prstGeom prst="rect">
            <a:avLst/>
          </a:prstGeom>
          <a:noFill/>
        </p:spPr>
      </p:pic>
    </p:spTree>
    <p:extLst>
      <p:ext uri="{BB962C8B-B14F-4D97-AF65-F5344CB8AC3E}">
        <p14:creationId xmlns:p14="http://schemas.microsoft.com/office/powerpoint/2010/main" val="120407785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2763838"/>
            <a:ext cx="10363200" cy="1330324"/>
          </a:xfrm>
        </p:spPr>
        <p:txBody>
          <a:bodyPr anchor="ctr">
            <a:normAutofit/>
          </a:bodyPr>
          <a:lstStyle>
            <a:lvl1pPr algn="ctr">
              <a:defRPr sz="4400">
                <a:solidFill>
                  <a:schemeClr val="tx1"/>
                </a:solidFill>
              </a:defRPr>
            </a:lvl1pPr>
          </a:lstStyle>
          <a:p>
            <a:r>
              <a:rPr lang="en-US"/>
              <a:t>CLICK TO EDIT MASTER TITLE STYLE</a:t>
            </a:r>
          </a:p>
        </p:txBody>
      </p:sp>
      <p:sp>
        <p:nvSpPr>
          <p:cNvPr id="3" name="Subtitle 2"/>
          <p:cNvSpPr>
            <a:spLocks noGrp="1"/>
          </p:cNvSpPr>
          <p:nvPr>
            <p:ph type="subTitle" idx="1"/>
          </p:nvPr>
        </p:nvSpPr>
        <p:spPr>
          <a:xfrm>
            <a:off x="1524000" y="4316415"/>
            <a:ext cx="9144000" cy="6905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ext Placeholder 11">
            <a:extLst>
              <a:ext uri="{FF2B5EF4-FFF2-40B4-BE49-F238E27FC236}">
                <a16:creationId xmlns:a16="http://schemas.microsoft.com/office/drawing/2014/main" id="{AE38B46A-E2D9-F648-8C4B-C6DF64595CDF}"/>
              </a:ext>
            </a:extLst>
          </p:cNvPr>
          <p:cNvSpPr>
            <a:spLocks noGrp="1"/>
          </p:cNvSpPr>
          <p:nvPr>
            <p:ph type="body" sz="quarter" idx="10" hasCustomPrompt="1"/>
          </p:nvPr>
        </p:nvSpPr>
        <p:spPr>
          <a:xfrm>
            <a:off x="1524000" y="5006977"/>
            <a:ext cx="9144000" cy="774700"/>
          </a:xfrm>
        </p:spPr>
        <p:txBody>
          <a:bodyPr>
            <a:normAutofit/>
          </a:bodyPr>
          <a:lstStyle>
            <a:lvl1pPr marL="0" indent="0" algn="ctr">
              <a:buNone/>
              <a:defRPr sz="2000">
                <a:latin typeface="+mj-lt"/>
              </a:defRPr>
            </a:lvl1pPr>
          </a:lstStyle>
          <a:p>
            <a:pPr lvl="0"/>
            <a:r>
              <a:rPr lang="en-US"/>
              <a:t>Briefer: Name and Title</a:t>
            </a:r>
          </a:p>
        </p:txBody>
      </p:sp>
      <p:sp>
        <p:nvSpPr>
          <p:cNvPr id="4" name="Slide Number Placeholder 3">
            <a:extLst>
              <a:ext uri="{FF2B5EF4-FFF2-40B4-BE49-F238E27FC236}">
                <a16:creationId xmlns:a16="http://schemas.microsoft.com/office/drawing/2014/main" id="{6405287A-C762-B04C-8C78-1932680E8B86}"/>
              </a:ext>
            </a:extLst>
          </p:cNvPr>
          <p:cNvSpPr>
            <a:spLocks noGrp="1"/>
          </p:cNvSpPr>
          <p:nvPr>
            <p:ph type="sldNum" sz="quarter" idx="11"/>
          </p:nvPr>
        </p:nvSpPr>
        <p:spPr/>
        <p:txBody>
          <a:bodyPr/>
          <a:lstStyle/>
          <a:p>
            <a:fld id="{670A9334-4E67-F94F-A05E-0CE8B74A054E}" type="slidenum">
              <a:rPr lang="en-US" smtClean="0"/>
              <a:pPr/>
              <a:t>‹#›</a:t>
            </a:fld>
            <a:endParaRPr lang="en-US"/>
          </a:p>
        </p:txBody>
      </p:sp>
      <p:pic>
        <p:nvPicPr>
          <p:cNvPr id="6" name="Picture 5">
            <a:extLst>
              <a:ext uri="{FF2B5EF4-FFF2-40B4-BE49-F238E27FC236}">
                <a16:creationId xmlns:a16="http://schemas.microsoft.com/office/drawing/2014/main" id="{3DCF8BCC-BFA1-F642-84C1-3DEA215A8FE4}"/>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335088" y="1166812"/>
            <a:ext cx="1521823" cy="1485900"/>
          </a:xfrm>
          <a:prstGeom prst="rect">
            <a:avLst/>
          </a:prstGeom>
        </p:spPr>
      </p:pic>
    </p:spTree>
    <p:extLst>
      <p:ext uri="{BB962C8B-B14F-4D97-AF65-F5344CB8AC3E}">
        <p14:creationId xmlns:p14="http://schemas.microsoft.com/office/powerpoint/2010/main" val="3612019861"/>
      </p:ext>
    </p:extLst>
  </p:cSld>
  <p:clrMapOvr>
    <a:masterClrMapping/>
  </p:clrMapOvr>
  <p:extLst>
    <p:ext uri="{DCECCB84-F9BA-43D5-87BE-67443E8EF086}">
      <p15:sldGuideLst xmlns:p15="http://schemas.microsoft.com/office/powerpoint/2012/main">
        <p15:guide id="1" orient="horz" pos="3984">
          <p15:clr>
            <a:srgbClr val="FBAE40"/>
          </p15:clr>
        </p15:guide>
        <p15:guide id="2" pos="288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Simple w/o Line">
    <p:spTree>
      <p:nvGrpSpPr>
        <p:cNvPr id="1" name=""/>
        <p:cNvGrpSpPr/>
        <p:nvPr/>
      </p:nvGrpSpPr>
      <p:grpSpPr>
        <a:xfrm>
          <a:off x="0" y="0"/>
          <a:ext cx="0" cy="0"/>
          <a:chOff x="0" y="0"/>
          <a:chExt cx="0" cy="0"/>
        </a:xfrm>
      </p:grpSpPr>
      <p:sp>
        <p:nvSpPr>
          <p:cNvPr id="6" name="Subtitle 2">
            <a:extLst>
              <a:ext uri="{FF2B5EF4-FFF2-40B4-BE49-F238E27FC236}">
                <a16:creationId xmlns:a16="http://schemas.microsoft.com/office/drawing/2014/main" id="{CA724090-DD90-4500-8219-207BEB562AC4}"/>
              </a:ext>
            </a:extLst>
          </p:cNvPr>
          <p:cNvSpPr>
            <a:spLocks noGrp="1"/>
          </p:cNvSpPr>
          <p:nvPr>
            <p:ph type="subTitle" idx="1"/>
          </p:nvPr>
        </p:nvSpPr>
        <p:spPr>
          <a:xfrm>
            <a:off x="844826" y="1062015"/>
            <a:ext cx="10508973" cy="378672"/>
          </a:xfrm>
        </p:spPr>
        <p:txBody>
          <a:bodyPr anchor="ctr">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Content Placeholder 2">
            <a:extLst>
              <a:ext uri="{FF2B5EF4-FFF2-40B4-BE49-F238E27FC236}">
                <a16:creationId xmlns:a16="http://schemas.microsoft.com/office/drawing/2014/main" id="{24D70B52-3595-4D1B-90D6-9370CD520FD5}"/>
              </a:ext>
            </a:extLst>
          </p:cNvPr>
          <p:cNvSpPr>
            <a:spLocks noGrp="1"/>
          </p:cNvSpPr>
          <p:nvPr>
            <p:ph idx="13" hasCustomPrompt="1"/>
          </p:nvPr>
        </p:nvSpPr>
        <p:spPr>
          <a:xfrm>
            <a:off x="838200" y="1825625"/>
            <a:ext cx="10515600" cy="4351338"/>
          </a:xfrm>
        </p:spPr>
        <p:txBody>
          <a:bodyPr>
            <a:noAutofit/>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1">
            <a:extLst>
              <a:ext uri="{FF2B5EF4-FFF2-40B4-BE49-F238E27FC236}">
                <a16:creationId xmlns:a16="http://schemas.microsoft.com/office/drawing/2014/main" id="{5D7D0081-7EBD-4BC2-858E-FD2AE8031129}"/>
              </a:ext>
            </a:extLst>
          </p:cNvPr>
          <p:cNvSpPr>
            <a:spLocks noGrp="1"/>
          </p:cNvSpPr>
          <p:nvPr>
            <p:ph type="title"/>
          </p:nvPr>
        </p:nvSpPr>
        <p:spPr>
          <a:xfrm>
            <a:off x="838200" y="84378"/>
            <a:ext cx="10515600" cy="914400"/>
          </a:xfrm>
        </p:spPr>
        <p:txBody>
          <a:bodyPr>
            <a:noAutofit/>
          </a:bodyPr>
          <a:lstStyle>
            <a:lvl1pPr>
              <a:defRPr>
                <a:solidFill>
                  <a:schemeClr val="tx2"/>
                </a:solidFill>
              </a:defRPr>
            </a:lvl1pPr>
          </a:lstStyle>
          <a:p>
            <a:r>
              <a:rPr lang="en-US"/>
              <a:t>Click to edit Master title style</a:t>
            </a:r>
          </a:p>
        </p:txBody>
      </p:sp>
      <p:sp>
        <p:nvSpPr>
          <p:cNvPr id="11" name="Footer Placeholder 4">
            <a:extLst>
              <a:ext uri="{FF2B5EF4-FFF2-40B4-BE49-F238E27FC236}">
                <a16:creationId xmlns:a16="http://schemas.microsoft.com/office/drawing/2014/main" id="{8E31651E-60F5-4C14-B075-C87F34E11763}"/>
              </a:ext>
            </a:extLst>
          </p:cNvPr>
          <p:cNvSpPr>
            <a:spLocks noGrp="1"/>
          </p:cNvSpPr>
          <p:nvPr>
            <p:ph type="ftr" sz="quarter" idx="3"/>
          </p:nvPr>
        </p:nvSpPr>
        <p:spPr>
          <a:xfrm>
            <a:off x="1474060" y="6356352"/>
            <a:ext cx="4114800" cy="365125"/>
          </a:xfrm>
          <a:prstGeom prst="rect">
            <a:avLst/>
          </a:prstGeom>
        </p:spPr>
        <p:txBody>
          <a:bodyPr vert="horz" lIns="91440" tIns="45720" rIns="91440" bIns="45720" rtlCol="0" anchor="ctr"/>
          <a:lstStyle>
            <a:lvl1pPr algn="ctr">
              <a:defRPr sz="1200">
                <a:solidFill>
                  <a:schemeClr val="accent1"/>
                </a:solidFill>
              </a:defRPr>
            </a:lvl1pPr>
          </a:lstStyle>
          <a:p>
            <a:endParaRPr lang="en-US"/>
          </a:p>
        </p:txBody>
      </p:sp>
      <p:sp>
        <p:nvSpPr>
          <p:cNvPr id="12" name="Slide Number Placeholder 3">
            <a:extLst>
              <a:ext uri="{FF2B5EF4-FFF2-40B4-BE49-F238E27FC236}">
                <a16:creationId xmlns:a16="http://schemas.microsoft.com/office/drawing/2014/main" id="{B4997CE9-AC00-4135-82D3-46DE4A889C4E}"/>
              </a:ext>
            </a:extLst>
          </p:cNvPr>
          <p:cNvSpPr>
            <a:spLocks noGrp="1"/>
          </p:cNvSpPr>
          <p:nvPr>
            <p:ph type="sldNum" sz="quarter" idx="4"/>
          </p:nvPr>
        </p:nvSpPr>
        <p:spPr>
          <a:xfrm>
            <a:off x="9308240" y="6356351"/>
            <a:ext cx="2743200" cy="365125"/>
          </a:xfrm>
          <a:prstGeom prst="rect">
            <a:avLst/>
          </a:prstGeom>
        </p:spPr>
        <p:txBody>
          <a:bodyPr vert="horz" lIns="91440" tIns="45720" rIns="91440" bIns="45720" rtlCol="0" anchor="ctr"/>
          <a:lstStyle>
            <a:lvl1pPr algn="r">
              <a:defRPr sz="1200">
                <a:solidFill>
                  <a:schemeClr val="accent1"/>
                </a:solidFill>
              </a:defRPr>
            </a:lvl1pPr>
          </a:lstStyle>
          <a:p>
            <a:fld id="{8B8AFAB5-B382-4886-933F-9D3BD7B1C019}" type="slidenum">
              <a:rPr lang="en-US" smtClean="0"/>
              <a:pPr/>
              <a:t>‹#›</a:t>
            </a:fld>
            <a:endParaRPr lang="en-US"/>
          </a:p>
        </p:txBody>
      </p:sp>
    </p:spTree>
    <p:extLst>
      <p:ext uri="{BB962C8B-B14F-4D97-AF65-F5344CB8AC3E}">
        <p14:creationId xmlns:p14="http://schemas.microsoft.com/office/powerpoint/2010/main" val="1161645730"/>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6DD2AB52-3520-4185-840D-69649027815F}"/>
              </a:ext>
            </a:extLst>
          </p:cNvPr>
          <p:cNvGraphicFramePr>
            <a:graphicFrameLocks noChangeAspect="1"/>
          </p:cNvGraphicFramePr>
          <p:nvPr userDrawn="1">
            <p:custDataLst>
              <p:tags r:id="rId1"/>
            </p:custDataLst>
            <p:extLst>
              <p:ext uri="{D42A27DB-BD31-4B8C-83A1-F6EECF244321}">
                <p14:modId xmlns:p14="http://schemas.microsoft.com/office/powerpoint/2010/main" val="5822746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8" name="Object 7" hidden="1">
                        <a:extLst>
                          <a:ext uri="{FF2B5EF4-FFF2-40B4-BE49-F238E27FC236}">
                            <a16:creationId xmlns:a16="http://schemas.microsoft.com/office/drawing/2014/main" id="{6DD2AB52-3520-4185-840D-69649027815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285750" y="166264"/>
            <a:ext cx="10515600" cy="618385"/>
          </a:xfrm>
        </p:spPr>
        <p:txBody>
          <a:bodyPr vert="horz"/>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6/5/2024</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3878017903"/>
      </p:ext>
    </p:extLst>
  </p:cSld>
  <p:clrMapOvr>
    <a:masterClrMapping/>
  </p:clrMapOvr>
  <p:hf hdr="0" ftr="0" dt="0"/>
</p:sldLayout>
</file>

<file path=ppt/slideLayouts/slideLayout7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6DD2AB52-3520-4185-840D-69649027815F}"/>
              </a:ext>
            </a:extLst>
          </p:cNvPr>
          <p:cNvGraphicFramePr>
            <a:graphicFrameLocks noChangeAspect="1"/>
          </p:cNvGraphicFramePr>
          <p:nvPr userDrawn="1">
            <p:custDataLst>
              <p:tags r:id="rId1"/>
            </p:custDataLst>
            <p:extLst>
              <p:ext uri="{D42A27DB-BD31-4B8C-83A1-F6EECF244321}">
                <p14:modId xmlns:p14="http://schemas.microsoft.com/office/powerpoint/2010/main" val="5822746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8" name="Object 7" hidden="1">
                        <a:extLst>
                          <a:ext uri="{FF2B5EF4-FFF2-40B4-BE49-F238E27FC236}">
                            <a16:creationId xmlns:a16="http://schemas.microsoft.com/office/drawing/2014/main" id="{6DD2AB52-3520-4185-840D-69649027815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285750" y="166264"/>
            <a:ext cx="10515600" cy="618385"/>
          </a:xfrm>
        </p:spPr>
        <p:txBody>
          <a:bodyPr vert="horz"/>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6/5/2024</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186186502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Slide Number Placeholder 3"/>
          <p:cNvSpPr>
            <a:spLocks noGrp="1"/>
          </p:cNvSpPr>
          <p:nvPr>
            <p:ph type="sldNum" sz="quarter" idx="12"/>
          </p:nvPr>
        </p:nvSpPr>
        <p:spPr>
          <a:xfrm>
            <a:off x="936137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64054507"/>
      </p:ext>
    </p:extLst>
  </p:cSld>
  <p:clrMapOvr>
    <a:masterClrMapping/>
  </p:clrMapOvr>
  <p:hf hdr="0" ftr="0" dt="0"/>
</p:sldLayout>
</file>

<file path=ppt/slideLayouts/slideLayout74.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6/5/2024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a:p>
        </p:txBody>
      </p:sp>
      <p:cxnSp>
        <p:nvCxnSpPr>
          <p:cNvPr id="7" name="Straight Connector 6" descr="&quot;&quot;">
            <a:extLst>
              <a:ext uri="{FF2B5EF4-FFF2-40B4-BE49-F238E27FC236}">
                <a16:creationId xmlns:a16="http://schemas.microsoft.com/office/drawing/2014/main" id="{BEAC91FE-22FD-4E6A-87EB-4B75B31CDEB8}"/>
              </a:ext>
            </a:extLst>
          </p:cNvPr>
          <p:cNvCxnSpPr/>
          <p:nvPr userDrawn="1"/>
        </p:nvCxnSpPr>
        <p:spPr>
          <a:xfrm>
            <a:off x="831851" y="3571876"/>
            <a:ext cx="10515600" cy="0"/>
          </a:xfrm>
          <a:prstGeom prst="line">
            <a:avLst/>
          </a:prstGeom>
          <a:ln>
            <a:solidFill>
              <a:srgbClr val="003F7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7354374"/>
      </p:ext>
    </p:extLst>
  </p:cSld>
  <p:clrMapOvr>
    <a:masterClrMapping/>
  </p:clrMapOvr>
  <p:hf hdr="0" ftr="0" dt="0"/>
</p:sldLayout>
</file>

<file path=ppt/slideLayouts/slideLayout7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DBA12-2843-8DFF-5707-F17FBF8C778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38ACB44-5C35-C30B-0A15-612336C0699C}"/>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633F186-FB2C-4ABD-A910-CC39FDE09F4E}"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6/5/2024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6B8A0323-DFE9-544F-CD08-44B907F8173F}"/>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17BE2CAD-E6AB-44B8-541F-A287108F341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B93BEC-F996-4DE6-8713-A3BAFBDAE062}"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95361362"/>
      </p:ext>
    </p:extLst>
  </p:cSld>
  <p:clrMapOvr>
    <a:masterClrMapping/>
  </p:clrMapOvr>
  <p:hf hdr="0" ftr="0" dt="0"/>
</p:sldLayout>
</file>

<file path=ppt/slideLayouts/slideLayout76.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6/5/2024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a:p>
        </p:txBody>
      </p:sp>
      <p:cxnSp>
        <p:nvCxnSpPr>
          <p:cNvPr id="7" name="Straight Connector 6" descr="&quot;&quot;">
            <a:extLst>
              <a:ext uri="{FF2B5EF4-FFF2-40B4-BE49-F238E27FC236}">
                <a16:creationId xmlns:a16="http://schemas.microsoft.com/office/drawing/2014/main" id="{BEAC91FE-22FD-4E6A-87EB-4B75B31CDEB8}"/>
              </a:ext>
            </a:extLst>
          </p:cNvPr>
          <p:cNvCxnSpPr/>
          <p:nvPr userDrawn="1"/>
        </p:nvCxnSpPr>
        <p:spPr>
          <a:xfrm>
            <a:off x="831851" y="3571876"/>
            <a:ext cx="10515600" cy="0"/>
          </a:xfrm>
          <a:prstGeom prst="line">
            <a:avLst/>
          </a:prstGeom>
          <a:ln>
            <a:solidFill>
              <a:srgbClr val="003F7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735437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DBA12-2843-8DFF-5707-F17FBF8C778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38ACB44-5C35-C30B-0A15-612336C0699C}"/>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633F186-FB2C-4ABD-A910-CC39FDE09F4E}"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6/5/2024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6B8A0323-DFE9-544F-CD08-44B907F8173F}"/>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17BE2CAD-E6AB-44B8-541F-A287108F341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B93BEC-F996-4DE6-8713-A3BAFBDAE062}"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9536136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2763838"/>
            <a:ext cx="10363200" cy="1330324"/>
          </a:xfrm>
        </p:spPr>
        <p:txBody>
          <a:bodyPr anchor="ctr">
            <a:normAutofit/>
          </a:bodyPr>
          <a:lstStyle>
            <a:lvl1pPr algn="ctr">
              <a:defRPr sz="4400">
                <a:solidFill>
                  <a:schemeClr val="tx1"/>
                </a:solidFill>
              </a:defRPr>
            </a:lvl1pPr>
          </a:lstStyle>
          <a:p>
            <a:r>
              <a:rPr lang="en-US"/>
              <a:t>CLICK TO EDIT MASTER TITLE STYLE</a:t>
            </a:r>
          </a:p>
        </p:txBody>
      </p:sp>
      <p:sp>
        <p:nvSpPr>
          <p:cNvPr id="3" name="Subtitle 2"/>
          <p:cNvSpPr>
            <a:spLocks noGrp="1"/>
          </p:cNvSpPr>
          <p:nvPr>
            <p:ph type="subTitle" idx="1"/>
          </p:nvPr>
        </p:nvSpPr>
        <p:spPr>
          <a:xfrm>
            <a:off x="1524000" y="4316415"/>
            <a:ext cx="9144000" cy="6905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ext Placeholder 11">
            <a:extLst>
              <a:ext uri="{FF2B5EF4-FFF2-40B4-BE49-F238E27FC236}">
                <a16:creationId xmlns:a16="http://schemas.microsoft.com/office/drawing/2014/main" id="{AE38B46A-E2D9-F648-8C4B-C6DF64595CDF}"/>
              </a:ext>
            </a:extLst>
          </p:cNvPr>
          <p:cNvSpPr>
            <a:spLocks noGrp="1"/>
          </p:cNvSpPr>
          <p:nvPr>
            <p:ph type="body" sz="quarter" idx="10" hasCustomPrompt="1"/>
          </p:nvPr>
        </p:nvSpPr>
        <p:spPr>
          <a:xfrm>
            <a:off x="1524000" y="5006977"/>
            <a:ext cx="9144000" cy="774700"/>
          </a:xfrm>
        </p:spPr>
        <p:txBody>
          <a:bodyPr>
            <a:normAutofit/>
          </a:bodyPr>
          <a:lstStyle>
            <a:lvl1pPr marL="0" indent="0" algn="ctr">
              <a:buNone/>
              <a:defRPr sz="2000">
                <a:latin typeface="+mj-lt"/>
              </a:defRPr>
            </a:lvl1pPr>
          </a:lstStyle>
          <a:p>
            <a:pPr lvl="0"/>
            <a:r>
              <a:rPr lang="en-US"/>
              <a:t>Briefer: Name and Title</a:t>
            </a:r>
          </a:p>
        </p:txBody>
      </p:sp>
      <p:sp>
        <p:nvSpPr>
          <p:cNvPr id="4" name="Slide Number Placeholder 3">
            <a:extLst>
              <a:ext uri="{FF2B5EF4-FFF2-40B4-BE49-F238E27FC236}">
                <a16:creationId xmlns:a16="http://schemas.microsoft.com/office/drawing/2014/main" id="{6405287A-C762-B04C-8C78-1932680E8B86}"/>
              </a:ext>
            </a:extLst>
          </p:cNvPr>
          <p:cNvSpPr>
            <a:spLocks noGrp="1"/>
          </p:cNvSpPr>
          <p:nvPr>
            <p:ph type="sldNum" sz="quarter" idx="11"/>
          </p:nvPr>
        </p:nvSpPr>
        <p:spPr/>
        <p:txBody>
          <a:bodyPr/>
          <a:lstStyle/>
          <a:p>
            <a:fld id="{670A9334-4E67-F94F-A05E-0CE8B74A054E}" type="slidenum">
              <a:rPr lang="en-US" smtClean="0"/>
              <a:pPr/>
              <a:t>‹#›</a:t>
            </a:fld>
            <a:endParaRPr lang="en-US"/>
          </a:p>
        </p:txBody>
      </p:sp>
      <p:pic>
        <p:nvPicPr>
          <p:cNvPr id="6" name="Picture 5">
            <a:extLst>
              <a:ext uri="{FF2B5EF4-FFF2-40B4-BE49-F238E27FC236}">
                <a16:creationId xmlns:a16="http://schemas.microsoft.com/office/drawing/2014/main" id="{3DCF8BCC-BFA1-F642-84C1-3DEA215A8FE4}"/>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227320" y="1076323"/>
            <a:ext cx="1737360" cy="1633538"/>
          </a:xfrm>
          <a:prstGeom prst="rect">
            <a:avLst/>
          </a:prstGeom>
        </p:spPr>
      </p:pic>
    </p:spTree>
    <p:extLst>
      <p:ext uri="{BB962C8B-B14F-4D97-AF65-F5344CB8AC3E}">
        <p14:creationId xmlns:p14="http://schemas.microsoft.com/office/powerpoint/2010/main" val="2653042127"/>
      </p:ext>
    </p:extLst>
  </p:cSld>
  <p:clrMapOvr>
    <a:masterClrMapping/>
  </p:clrMapOvr>
  <p:extLst>
    <p:ext uri="{DCECCB84-F9BA-43D5-87BE-67443E8EF086}">
      <p15:sldGuideLst xmlns:p15="http://schemas.microsoft.com/office/powerpoint/2012/main">
        <p15:guide id="1" orient="horz" pos="3984">
          <p15:clr>
            <a:srgbClr val="FBAE40"/>
          </p15:clr>
        </p15:guide>
        <p15:guide id="2" pos="3840">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and Content w/ Alt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118873"/>
            <a:ext cx="10515600" cy="752929"/>
          </a:xfrm>
        </p:spPr>
        <p:txBody>
          <a:bodyPr/>
          <a:lstStyle/>
          <a:p>
            <a:r>
              <a:rPr lang="en-US"/>
              <a:t>Click to edit master title style</a:t>
            </a:r>
          </a:p>
        </p:txBody>
      </p:sp>
      <p:sp>
        <p:nvSpPr>
          <p:cNvPr id="3" name="Content Placeholder 2"/>
          <p:cNvSpPr>
            <a:spLocks noGrp="1"/>
          </p:cNvSpPr>
          <p:nvPr>
            <p:ph idx="1"/>
          </p:nvPr>
        </p:nvSpPr>
        <p:spPr>
          <a:xfrm>
            <a:off x="838200" y="1133857"/>
            <a:ext cx="10515600" cy="4818857"/>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FD912DB-CF58-2B44-B78F-FA5C3CCFF15B}"/>
              </a:ext>
            </a:extLst>
          </p:cNvPr>
          <p:cNvSpPr>
            <a:spLocks noGrp="1"/>
          </p:cNvSpPr>
          <p:nvPr>
            <p:ph type="body" sz="quarter" idx="13" hasCustomPrompt="1"/>
          </p:nvPr>
        </p:nvSpPr>
        <p:spPr>
          <a:xfrm>
            <a:off x="-3383279" y="982664"/>
            <a:ext cx="3108113" cy="5064125"/>
          </a:xfrm>
        </p:spPr>
        <p:txBody>
          <a:bodyPr/>
          <a:lstStyle>
            <a:lvl1pPr>
              <a:defRPr/>
            </a:lvl1pPr>
          </a:lstStyle>
          <a:p>
            <a:pPr lvl="0"/>
            <a:r>
              <a:rPr lang="en-US"/>
              <a:t>Insert alt text for complex graphic</a:t>
            </a:r>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292208065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and two content holders vertical">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118873"/>
            <a:ext cx="10515600" cy="752929"/>
          </a:xfrm>
        </p:spPr>
        <p:txBody>
          <a:bodyPr/>
          <a:lstStyle/>
          <a:p>
            <a:r>
              <a:rPr lang="en-US"/>
              <a:t>Click to edit master title style</a:t>
            </a:r>
          </a:p>
        </p:txBody>
      </p:sp>
      <p:sp>
        <p:nvSpPr>
          <p:cNvPr id="3" name="Content Placeholder 2"/>
          <p:cNvSpPr>
            <a:spLocks noGrp="1"/>
          </p:cNvSpPr>
          <p:nvPr>
            <p:ph idx="1"/>
          </p:nvPr>
        </p:nvSpPr>
        <p:spPr>
          <a:xfrm>
            <a:off x="838200" y="1133857"/>
            <a:ext cx="10515600" cy="2076935"/>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2">
            <a:extLst>
              <a:ext uri="{FF2B5EF4-FFF2-40B4-BE49-F238E27FC236}">
                <a16:creationId xmlns:a16="http://schemas.microsoft.com/office/drawing/2014/main" id="{09A16403-64DA-D349-9AAF-2952A411FC8C}"/>
              </a:ext>
            </a:extLst>
          </p:cNvPr>
          <p:cNvSpPr>
            <a:spLocks noGrp="1"/>
          </p:cNvSpPr>
          <p:nvPr>
            <p:ph idx="13"/>
          </p:nvPr>
        </p:nvSpPr>
        <p:spPr>
          <a:xfrm>
            <a:off x="838200" y="3523766"/>
            <a:ext cx="10515600" cy="2076935"/>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1610074846"/>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itle, Content, and Sidebar Call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118873"/>
            <a:ext cx="10515600" cy="752929"/>
          </a:xfrm>
        </p:spPr>
        <p:txBody>
          <a:bodyPr/>
          <a:lstStyle/>
          <a:p>
            <a:r>
              <a:rPr lang="en-US"/>
              <a:t>Click to edit master title style</a:t>
            </a:r>
          </a:p>
        </p:txBody>
      </p:sp>
      <p:sp>
        <p:nvSpPr>
          <p:cNvPr id="3" name="Content Placeholder 2"/>
          <p:cNvSpPr>
            <a:spLocks noGrp="1"/>
          </p:cNvSpPr>
          <p:nvPr>
            <p:ph idx="1"/>
          </p:nvPr>
        </p:nvSpPr>
        <p:spPr>
          <a:xfrm>
            <a:off x="838202" y="1133856"/>
            <a:ext cx="6878781" cy="4830526"/>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13EDEFD9-BFED-434F-8D05-9CA4431F495F}"/>
              </a:ext>
            </a:extLst>
          </p:cNvPr>
          <p:cNvCxnSpPr/>
          <p:nvPr userDrawn="1"/>
        </p:nvCxnSpPr>
        <p:spPr>
          <a:xfrm>
            <a:off x="7790688" y="1133856"/>
            <a:ext cx="0" cy="483052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6710610B-BCCF-034B-B401-A7C2A95FDABD}"/>
              </a:ext>
            </a:extLst>
          </p:cNvPr>
          <p:cNvSpPr>
            <a:spLocks noGrp="1"/>
          </p:cNvSpPr>
          <p:nvPr>
            <p:ph idx="13"/>
          </p:nvPr>
        </p:nvSpPr>
        <p:spPr>
          <a:xfrm>
            <a:off x="7854696" y="1133857"/>
            <a:ext cx="3499104" cy="2586089"/>
          </a:xfrm>
        </p:spPr>
        <p:txBody>
          <a:bodyPr/>
          <a:lstStyle>
            <a:lvl1pPr marL="0" indent="0">
              <a:lnSpc>
                <a:spcPct val="110000"/>
              </a:lnSpc>
              <a:buNone/>
              <a:defRPr/>
            </a:lvl1pPr>
          </a:lstStyle>
          <a:p>
            <a:pPr lvl="0"/>
            <a:r>
              <a:rPr lang="en-US"/>
              <a:t>Edit Master text styles</a:t>
            </a:r>
          </a:p>
        </p:txBody>
      </p:sp>
      <p:sp>
        <p:nvSpPr>
          <p:cNvPr id="8" name="Content Placeholder 2">
            <a:extLst>
              <a:ext uri="{FF2B5EF4-FFF2-40B4-BE49-F238E27FC236}">
                <a16:creationId xmlns:a16="http://schemas.microsoft.com/office/drawing/2014/main" id="{11EE1AA3-98A0-E149-81B7-A4FC8FBABDDB}"/>
              </a:ext>
            </a:extLst>
          </p:cNvPr>
          <p:cNvSpPr>
            <a:spLocks noGrp="1"/>
          </p:cNvSpPr>
          <p:nvPr>
            <p:ph idx="14"/>
          </p:nvPr>
        </p:nvSpPr>
        <p:spPr>
          <a:xfrm>
            <a:off x="7854697" y="3719946"/>
            <a:ext cx="3499104" cy="2244437"/>
          </a:xfrm>
        </p:spPr>
        <p:txBody>
          <a:bodyPr/>
          <a:lstStyle>
            <a:lvl1pPr marL="0" indent="0">
              <a:lnSpc>
                <a:spcPct val="110000"/>
              </a:lnSpc>
              <a:buNone/>
              <a:defRPr/>
            </a:lvl1pPr>
          </a:lstStyle>
          <a:p>
            <a:pPr lvl="0"/>
            <a:r>
              <a:rPr lang="en-US"/>
              <a:t>Edit Master text styles</a:t>
            </a:r>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1403933157"/>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 Content, and Two Supporting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118873"/>
            <a:ext cx="10515600" cy="752929"/>
          </a:xfrm>
        </p:spPr>
        <p:txBody>
          <a:bodyPr/>
          <a:lstStyle/>
          <a:p>
            <a:r>
              <a:rPr lang="en-US"/>
              <a:t>Click to edit master title style</a:t>
            </a:r>
          </a:p>
        </p:txBody>
      </p:sp>
      <p:sp>
        <p:nvSpPr>
          <p:cNvPr id="3" name="Content Placeholder 2"/>
          <p:cNvSpPr>
            <a:spLocks noGrp="1"/>
          </p:cNvSpPr>
          <p:nvPr>
            <p:ph idx="1"/>
          </p:nvPr>
        </p:nvSpPr>
        <p:spPr>
          <a:xfrm>
            <a:off x="838202" y="1133856"/>
            <a:ext cx="4438649" cy="4830526"/>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6710610B-BCCF-034B-B401-A7C2A95FDABD}"/>
              </a:ext>
            </a:extLst>
          </p:cNvPr>
          <p:cNvSpPr>
            <a:spLocks noGrp="1"/>
          </p:cNvSpPr>
          <p:nvPr>
            <p:ph idx="13"/>
          </p:nvPr>
        </p:nvSpPr>
        <p:spPr>
          <a:xfrm>
            <a:off x="5486400" y="1133857"/>
            <a:ext cx="5867400" cy="2586089"/>
          </a:xfrm>
        </p:spPr>
        <p:txBody>
          <a:bodyPr/>
          <a:lstStyle>
            <a:lvl1pPr marL="0" indent="0">
              <a:lnSpc>
                <a:spcPct val="110000"/>
              </a:lnSpc>
              <a:buNone/>
              <a:defRPr/>
            </a:lvl1pPr>
          </a:lstStyle>
          <a:p>
            <a:pPr lvl="0"/>
            <a:r>
              <a:rPr lang="en-US"/>
              <a:t>Edit Master text styles</a:t>
            </a:r>
          </a:p>
        </p:txBody>
      </p:sp>
      <p:sp>
        <p:nvSpPr>
          <p:cNvPr id="8" name="Content Placeholder 2">
            <a:extLst>
              <a:ext uri="{FF2B5EF4-FFF2-40B4-BE49-F238E27FC236}">
                <a16:creationId xmlns:a16="http://schemas.microsoft.com/office/drawing/2014/main" id="{11EE1AA3-98A0-E149-81B7-A4FC8FBABDDB}"/>
              </a:ext>
            </a:extLst>
          </p:cNvPr>
          <p:cNvSpPr>
            <a:spLocks noGrp="1"/>
          </p:cNvSpPr>
          <p:nvPr>
            <p:ph idx="14"/>
          </p:nvPr>
        </p:nvSpPr>
        <p:spPr>
          <a:xfrm>
            <a:off x="5486401" y="3719946"/>
            <a:ext cx="5867401" cy="2244437"/>
          </a:xfrm>
        </p:spPr>
        <p:txBody>
          <a:bodyPr/>
          <a:lstStyle>
            <a:lvl1pPr marL="0" indent="0">
              <a:lnSpc>
                <a:spcPct val="110000"/>
              </a:lnSpc>
              <a:buNone/>
              <a:defRPr/>
            </a:lvl1pPr>
          </a:lstStyle>
          <a:p>
            <a:pPr lvl="0"/>
            <a:r>
              <a:rPr lang="en-US"/>
              <a:t>Edit Master text styles</a:t>
            </a:r>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282701814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le, Content, and Three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118873"/>
            <a:ext cx="10515600" cy="752929"/>
          </a:xfrm>
        </p:spPr>
        <p:txBody>
          <a:bodyPr/>
          <a:lstStyle/>
          <a:p>
            <a:r>
              <a:rPr lang="en-US"/>
              <a:t>Click to edit master title style</a:t>
            </a:r>
          </a:p>
        </p:txBody>
      </p:sp>
      <p:sp>
        <p:nvSpPr>
          <p:cNvPr id="3" name="Content Placeholder 1"/>
          <p:cNvSpPr>
            <a:spLocks noGrp="1"/>
          </p:cNvSpPr>
          <p:nvPr>
            <p:ph idx="1"/>
          </p:nvPr>
        </p:nvSpPr>
        <p:spPr>
          <a:xfrm>
            <a:off x="838201" y="1133856"/>
            <a:ext cx="10515599" cy="1858726"/>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6710610B-BCCF-034B-B401-A7C2A95FDABD}"/>
              </a:ext>
            </a:extLst>
          </p:cNvPr>
          <p:cNvSpPr>
            <a:spLocks noGrp="1"/>
          </p:cNvSpPr>
          <p:nvPr>
            <p:ph idx="13"/>
          </p:nvPr>
        </p:nvSpPr>
        <p:spPr>
          <a:xfrm>
            <a:off x="838200" y="3087348"/>
            <a:ext cx="3413760" cy="1391135"/>
          </a:xfrm>
        </p:spPr>
        <p:txBody>
          <a:bodyPr/>
          <a:lstStyle>
            <a:lvl1pPr marL="0" indent="0">
              <a:lnSpc>
                <a:spcPct val="110000"/>
              </a:lnSpc>
              <a:buNone/>
              <a:defRPr/>
            </a:lvl1pPr>
          </a:lstStyle>
          <a:p>
            <a:pPr lvl="0"/>
            <a:r>
              <a:rPr lang="en-US"/>
              <a:t>Edit Master text styles</a:t>
            </a:r>
          </a:p>
        </p:txBody>
      </p:sp>
      <p:sp>
        <p:nvSpPr>
          <p:cNvPr id="9" name="Content Placeholder 2b">
            <a:extLst>
              <a:ext uri="{FF2B5EF4-FFF2-40B4-BE49-F238E27FC236}">
                <a16:creationId xmlns:a16="http://schemas.microsoft.com/office/drawing/2014/main" id="{7ADB0280-2725-5348-9620-05FFA815C35A}"/>
              </a:ext>
            </a:extLst>
          </p:cNvPr>
          <p:cNvSpPr>
            <a:spLocks noGrp="1"/>
          </p:cNvSpPr>
          <p:nvPr>
            <p:ph idx="15"/>
          </p:nvPr>
        </p:nvSpPr>
        <p:spPr>
          <a:xfrm>
            <a:off x="838200" y="4573248"/>
            <a:ext cx="3413760" cy="1388641"/>
          </a:xfrm>
        </p:spPr>
        <p:txBody>
          <a:bodyPr/>
          <a:lstStyle>
            <a:lvl1pPr marL="0" indent="0">
              <a:lnSpc>
                <a:spcPct val="110000"/>
              </a:lnSpc>
              <a:buNone/>
              <a:defRPr/>
            </a:lvl1pPr>
          </a:lstStyle>
          <a:p>
            <a:pPr lvl="0"/>
            <a:r>
              <a:rPr lang="en-US"/>
              <a:t>Edit Master text styles</a:t>
            </a:r>
          </a:p>
        </p:txBody>
      </p:sp>
      <p:sp>
        <p:nvSpPr>
          <p:cNvPr id="8" name="Content Placeholder 3">
            <a:extLst>
              <a:ext uri="{FF2B5EF4-FFF2-40B4-BE49-F238E27FC236}">
                <a16:creationId xmlns:a16="http://schemas.microsoft.com/office/drawing/2014/main" id="{11EE1AA3-98A0-E149-81B7-A4FC8FBABDDB}"/>
              </a:ext>
            </a:extLst>
          </p:cNvPr>
          <p:cNvSpPr>
            <a:spLocks noGrp="1"/>
          </p:cNvSpPr>
          <p:nvPr>
            <p:ph idx="14"/>
          </p:nvPr>
        </p:nvSpPr>
        <p:spPr>
          <a:xfrm>
            <a:off x="4389119" y="3088594"/>
            <a:ext cx="3413760" cy="1389888"/>
          </a:xfrm>
        </p:spPr>
        <p:txBody>
          <a:bodyPr/>
          <a:lstStyle>
            <a:lvl1pPr marL="0" indent="0">
              <a:lnSpc>
                <a:spcPct val="110000"/>
              </a:lnSpc>
              <a:buNone/>
              <a:defRPr/>
            </a:lvl1pPr>
          </a:lstStyle>
          <a:p>
            <a:pPr lvl="0"/>
            <a:r>
              <a:rPr lang="en-US"/>
              <a:t>Edit Master text styles</a:t>
            </a:r>
          </a:p>
        </p:txBody>
      </p:sp>
      <p:sp>
        <p:nvSpPr>
          <p:cNvPr id="13" name="Content Placeholder 3b">
            <a:extLst>
              <a:ext uri="{FF2B5EF4-FFF2-40B4-BE49-F238E27FC236}">
                <a16:creationId xmlns:a16="http://schemas.microsoft.com/office/drawing/2014/main" id="{C41BE50D-B3FE-114C-BA57-58A4DEA04B56}"/>
              </a:ext>
            </a:extLst>
          </p:cNvPr>
          <p:cNvSpPr>
            <a:spLocks noGrp="1"/>
          </p:cNvSpPr>
          <p:nvPr>
            <p:ph idx="16"/>
          </p:nvPr>
        </p:nvSpPr>
        <p:spPr>
          <a:xfrm>
            <a:off x="4389119" y="4574494"/>
            <a:ext cx="3413760" cy="1389888"/>
          </a:xfrm>
        </p:spPr>
        <p:txBody>
          <a:bodyPr/>
          <a:lstStyle>
            <a:lvl1pPr marL="0" indent="0">
              <a:lnSpc>
                <a:spcPct val="110000"/>
              </a:lnSpc>
              <a:buNone/>
              <a:defRPr/>
            </a:lvl1pPr>
          </a:lstStyle>
          <a:p>
            <a:pPr lvl="0"/>
            <a:r>
              <a:rPr lang="en-US"/>
              <a:t>Edit Master text styles</a:t>
            </a:r>
          </a:p>
        </p:txBody>
      </p:sp>
      <p:sp>
        <p:nvSpPr>
          <p:cNvPr id="14" name="Content Placeholder 4">
            <a:extLst>
              <a:ext uri="{FF2B5EF4-FFF2-40B4-BE49-F238E27FC236}">
                <a16:creationId xmlns:a16="http://schemas.microsoft.com/office/drawing/2014/main" id="{255A5921-CC24-C744-992F-90BB2C7F7737}"/>
              </a:ext>
            </a:extLst>
          </p:cNvPr>
          <p:cNvSpPr>
            <a:spLocks noGrp="1"/>
          </p:cNvSpPr>
          <p:nvPr>
            <p:ph idx="17"/>
          </p:nvPr>
        </p:nvSpPr>
        <p:spPr>
          <a:xfrm>
            <a:off x="7940039" y="3089841"/>
            <a:ext cx="3413760" cy="1389888"/>
          </a:xfrm>
        </p:spPr>
        <p:txBody>
          <a:bodyPr/>
          <a:lstStyle>
            <a:lvl1pPr marL="0" indent="0">
              <a:lnSpc>
                <a:spcPct val="110000"/>
              </a:lnSpc>
              <a:buNone/>
              <a:defRPr/>
            </a:lvl1pPr>
          </a:lstStyle>
          <a:p>
            <a:pPr lvl="0"/>
            <a:r>
              <a:rPr lang="en-US"/>
              <a:t>Edit Master text styles</a:t>
            </a:r>
          </a:p>
        </p:txBody>
      </p:sp>
      <p:sp>
        <p:nvSpPr>
          <p:cNvPr id="15" name="Content Placeholder 4b">
            <a:extLst>
              <a:ext uri="{FF2B5EF4-FFF2-40B4-BE49-F238E27FC236}">
                <a16:creationId xmlns:a16="http://schemas.microsoft.com/office/drawing/2014/main" id="{1F9DC565-F7CD-4D49-BBFE-54E017FCDBC7}"/>
              </a:ext>
            </a:extLst>
          </p:cNvPr>
          <p:cNvSpPr>
            <a:spLocks noGrp="1"/>
          </p:cNvSpPr>
          <p:nvPr>
            <p:ph idx="18"/>
          </p:nvPr>
        </p:nvSpPr>
        <p:spPr>
          <a:xfrm>
            <a:off x="7940039" y="4573247"/>
            <a:ext cx="3413760" cy="1389888"/>
          </a:xfrm>
        </p:spPr>
        <p:txBody>
          <a:bodyPr/>
          <a:lstStyle>
            <a:lvl1pPr marL="0" indent="0">
              <a:lnSpc>
                <a:spcPct val="110000"/>
              </a:lnSpc>
              <a:buNone/>
              <a:defRPr/>
            </a:lvl1pPr>
          </a:lstStyle>
          <a:p>
            <a:pPr lvl="0"/>
            <a:r>
              <a:rPr lang="en-US"/>
              <a:t>Edit Master text styles</a:t>
            </a:r>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3675697601"/>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Header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9B824-BC4D-BC4E-8F89-78915197848F}"/>
              </a:ext>
            </a:extLst>
          </p:cNvPr>
          <p:cNvSpPr>
            <a:spLocks noGrp="1"/>
          </p:cNvSpPr>
          <p:nvPr>
            <p:ph type="title" hasCustomPrompt="1"/>
          </p:nvPr>
        </p:nvSpPr>
        <p:spPr>
          <a:xfrm>
            <a:off x="838200" y="118873"/>
            <a:ext cx="10515600" cy="752929"/>
          </a:xfrm>
        </p:spPr>
        <p:txBody>
          <a:bodyPr/>
          <a:lstStyle>
            <a:lvl1pPr>
              <a:defRPr/>
            </a:lvl1pPr>
          </a:lstStyle>
          <a:p>
            <a:r>
              <a:rPr lang="en-US"/>
              <a:t>Click to edit master title style</a:t>
            </a:r>
          </a:p>
        </p:txBody>
      </p:sp>
      <p:sp>
        <p:nvSpPr>
          <p:cNvPr id="6" name="Text Placeholder 2">
            <a:extLst>
              <a:ext uri="{FF2B5EF4-FFF2-40B4-BE49-F238E27FC236}">
                <a16:creationId xmlns:a16="http://schemas.microsoft.com/office/drawing/2014/main" id="{D126D2C3-64E2-7440-99AC-F8DC77F0E964}"/>
              </a:ext>
            </a:extLst>
          </p:cNvPr>
          <p:cNvSpPr>
            <a:spLocks noGrp="1"/>
          </p:cNvSpPr>
          <p:nvPr>
            <p:ph type="body" idx="1" hasCustomPrompt="1"/>
          </p:nvPr>
        </p:nvSpPr>
        <p:spPr>
          <a:xfrm>
            <a:off x="839789" y="1137442"/>
            <a:ext cx="10514011" cy="421194"/>
          </a:xfrm>
        </p:spPr>
        <p:txBody>
          <a:bodyPr anchor="t"/>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Sub-heading</a:t>
            </a:r>
          </a:p>
        </p:txBody>
      </p:sp>
      <p:sp>
        <p:nvSpPr>
          <p:cNvPr id="7" name="Content Placeholder 2">
            <a:extLst>
              <a:ext uri="{FF2B5EF4-FFF2-40B4-BE49-F238E27FC236}">
                <a16:creationId xmlns:a16="http://schemas.microsoft.com/office/drawing/2014/main" id="{33D4B0C3-AED5-1149-A608-D92E5AF5417A}"/>
              </a:ext>
            </a:extLst>
          </p:cNvPr>
          <p:cNvSpPr>
            <a:spLocks noGrp="1"/>
          </p:cNvSpPr>
          <p:nvPr>
            <p:ph idx="11"/>
          </p:nvPr>
        </p:nvSpPr>
        <p:spPr>
          <a:xfrm>
            <a:off x="838200" y="1641764"/>
            <a:ext cx="10515600" cy="4281993"/>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4A79C999-42AF-3D4F-A523-E1CD40483976}"/>
              </a:ext>
            </a:extLst>
          </p:cNvPr>
          <p:cNvSpPr>
            <a:spLocks noGrp="1"/>
          </p:cNvSpPr>
          <p:nvPr>
            <p:ph type="sldNum" sz="quarter" idx="10"/>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325748523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 Two subheadings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9B824-BC4D-BC4E-8F89-78915197848F}"/>
              </a:ext>
            </a:extLst>
          </p:cNvPr>
          <p:cNvSpPr>
            <a:spLocks noGrp="1"/>
          </p:cNvSpPr>
          <p:nvPr>
            <p:ph type="title" hasCustomPrompt="1"/>
          </p:nvPr>
        </p:nvSpPr>
        <p:spPr>
          <a:xfrm>
            <a:off x="838200" y="118873"/>
            <a:ext cx="10515600" cy="752929"/>
          </a:xfrm>
        </p:spPr>
        <p:txBody>
          <a:bodyPr/>
          <a:lstStyle>
            <a:lvl1pPr>
              <a:defRPr/>
            </a:lvl1pPr>
          </a:lstStyle>
          <a:p>
            <a:r>
              <a:rPr lang="en-US"/>
              <a:t>Click to edit master title style</a:t>
            </a:r>
          </a:p>
        </p:txBody>
      </p:sp>
      <p:sp>
        <p:nvSpPr>
          <p:cNvPr id="6" name="Text Placeholder 2">
            <a:extLst>
              <a:ext uri="{FF2B5EF4-FFF2-40B4-BE49-F238E27FC236}">
                <a16:creationId xmlns:a16="http://schemas.microsoft.com/office/drawing/2014/main" id="{D126D2C3-64E2-7440-99AC-F8DC77F0E964}"/>
              </a:ext>
            </a:extLst>
          </p:cNvPr>
          <p:cNvSpPr>
            <a:spLocks noGrp="1"/>
          </p:cNvSpPr>
          <p:nvPr>
            <p:ph type="body" idx="1" hasCustomPrompt="1"/>
          </p:nvPr>
        </p:nvSpPr>
        <p:spPr>
          <a:xfrm>
            <a:off x="839789" y="1137442"/>
            <a:ext cx="10514011" cy="421194"/>
          </a:xfrm>
        </p:spPr>
        <p:txBody>
          <a:bodyPr anchor="t"/>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Sub-heading</a:t>
            </a:r>
          </a:p>
        </p:txBody>
      </p:sp>
      <p:sp>
        <p:nvSpPr>
          <p:cNvPr id="7" name="Content Placeholder 2">
            <a:extLst>
              <a:ext uri="{FF2B5EF4-FFF2-40B4-BE49-F238E27FC236}">
                <a16:creationId xmlns:a16="http://schemas.microsoft.com/office/drawing/2014/main" id="{33D4B0C3-AED5-1149-A608-D92E5AF5417A}"/>
              </a:ext>
            </a:extLst>
          </p:cNvPr>
          <p:cNvSpPr>
            <a:spLocks noGrp="1"/>
          </p:cNvSpPr>
          <p:nvPr>
            <p:ph idx="11"/>
          </p:nvPr>
        </p:nvSpPr>
        <p:spPr>
          <a:xfrm>
            <a:off x="838200" y="1641765"/>
            <a:ext cx="10515600" cy="1735281"/>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2">
            <a:extLst>
              <a:ext uri="{FF2B5EF4-FFF2-40B4-BE49-F238E27FC236}">
                <a16:creationId xmlns:a16="http://schemas.microsoft.com/office/drawing/2014/main" id="{902669C5-C031-0949-BCEF-538915E07FD2}"/>
              </a:ext>
            </a:extLst>
          </p:cNvPr>
          <p:cNvSpPr>
            <a:spLocks noGrp="1"/>
          </p:cNvSpPr>
          <p:nvPr>
            <p:ph type="body" idx="12" hasCustomPrompt="1"/>
          </p:nvPr>
        </p:nvSpPr>
        <p:spPr>
          <a:xfrm>
            <a:off x="839789" y="3589697"/>
            <a:ext cx="10514011" cy="421194"/>
          </a:xfrm>
        </p:spPr>
        <p:txBody>
          <a:bodyPr anchor="t"/>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Sub-heading</a:t>
            </a:r>
          </a:p>
        </p:txBody>
      </p:sp>
      <p:sp>
        <p:nvSpPr>
          <p:cNvPr id="9" name="Content Placeholder 2">
            <a:extLst>
              <a:ext uri="{FF2B5EF4-FFF2-40B4-BE49-F238E27FC236}">
                <a16:creationId xmlns:a16="http://schemas.microsoft.com/office/drawing/2014/main" id="{85809810-9DB7-E84D-9C39-5D795F1B7EEB}"/>
              </a:ext>
            </a:extLst>
          </p:cNvPr>
          <p:cNvSpPr>
            <a:spLocks noGrp="1"/>
          </p:cNvSpPr>
          <p:nvPr>
            <p:ph idx="13"/>
          </p:nvPr>
        </p:nvSpPr>
        <p:spPr>
          <a:xfrm>
            <a:off x="838200" y="4094020"/>
            <a:ext cx="10515600" cy="1735281"/>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4A79C999-42AF-3D4F-A523-E1CD40483976}"/>
              </a:ext>
            </a:extLst>
          </p:cNvPr>
          <p:cNvSpPr>
            <a:spLocks noGrp="1"/>
          </p:cNvSpPr>
          <p:nvPr>
            <p:ph type="sldNum" sz="quarter" idx="10"/>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2672187489"/>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le and Two Columns Horizontal">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3600"/>
            </a:lvl1pPr>
          </a:lstStyle>
          <a:p>
            <a:r>
              <a:rPr lang="en-US"/>
              <a:t>Click to edit master title style</a:t>
            </a:r>
          </a:p>
        </p:txBody>
      </p:sp>
      <p:sp>
        <p:nvSpPr>
          <p:cNvPr id="3" name="Content Placeholder 2"/>
          <p:cNvSpPr>
            <a:spLocks noGrp="1"/>
          </p:cNvSpPr>
          <p:nvPr>
            <p:ph sz="half" idx="1"/>
          </p:nvPr>
        </p:nvSpPr>
        <p:spPr>
          <a:xfrm>
            <a:off x="838200" y="1079501"/>
            <a:ext cx="5181600" cy="4831442"/>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079501"/>
            <a:ext cx="5181600" cy="4831443"/>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3085591435"/>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tle and three content holder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119743"/>
            <a:ext cx="10515600" cy="752929"/>
          </a:xfrm>
        </p:spPr>
        <p:txBody>
          <a:bodyPr/>
          <a:lstStyle/>
          <a:p>
            <a:r>
              <a:rPr lang="en-US"/>
              <a:t>Click to edit master title style</a:t>
            </a:r>
          </a:p>
        </p:txBody>
      </p:sp>
      <p:sp>
        <p:nvSpPr>
          <p:cNvPr id="4" name="Content Placeholder 1">
            <a:extLst>
              <a:ext uri="{FF2B5EF4-FFF2-40B4-BE49-F238E27FC236}">
                <a16:creationId xmlns:a16="http://schemas.microsoft.com/office/drawing/2014/main" id="{2EBA3E1E-B72D-5841-BE68-B0030368BE0B}"/>
              </a:ext>
            </a:extLst>
          </p:cNvPr>
          <p:cNvSpPr>
            <a:spLocks noGrp="1"/>
          </p:cNvSpPr>
          <p:nvPr>
            <p:ph sz="quarter" idx="13"/>
          </p:nvPr>
        </p:nvSpPr>
        <p:spPr>
          <a:xfrm>
            <a:off x="838200" y="1058864"/>
            <a:ext cx="5471584" cy="211747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72D7FA09-D982-8A4E-B298-316DB9B05D14}"/>
              </a:ext>
            </a:extLst>
          </p:cNvPr>
          <p:cNvSpPr>
            <a:spLocks noGrp="1"/>
          </p:cNvSpPr>
          <p:nvPr>
            <p:ph sz="quarter" idx="14"/>
          </p:nvPr>
        </p:nvSpPr>
        <p:spPr>
          <a:xfrm>
            <a:off x="838200" y="3401011"/>
            <a:ext cx="5471584" cy="253523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5DDD0237-E847-CA45-B519-10F5341252AA}"/>
              </a:ext>
            </a:extLst>
          </p:cNvPr>
          <p:cNvSpPr>
            <a:spLocks noGrp="1"/>
          </p:cNvSpPr>
          <p:nvPr>
            <p:ph sz="quarter" idx="15"/>
          </p:nvPr>
        </p:nvSpPr>
        <p:spPr>
          <a:xfrm>
            <a:off x="6485021" y="1058864"/>
            <a:ext cx="5471584" cy="48773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2"/>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3643589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oleObject" Target="../embeddings/oleObject1.bin"/><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ags" Target="../tags/tag2.xml"/><Relationship Id="rId2" Type="http://schemas.openxmlformats.org/officeDocument/2006/relationships/slideLayout" Target="../slideLayouts/slideLayout13.xml"/><Relationship Id="rId16" Type="http://schemas.openxmlformats.org/officeDocument/2006/relationships/image" Target="../media/image3.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ags" Target="../tags/tag1.xml"/><Relationship Id="rId5" Type="http://schemas.openxmlformats.org/officeDocument/2006/relationships/slideLayout" Target="../slideLayouts/slideLayout16.xml"/><Relationship Id="rId15" Type="http://schemas.openxmlformats.org/officeDocument/2006/relationships/image" Target="../media/image2.png"/><Relationship Id="rId1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emf"/></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image" Target="../media/image1.emf"/><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oleObject" Target="../embeddings/oleObject5.bin"/><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tags" Target="../tags/tag7.xml"/><Relationship Id="rId5" Type="http://schemas.openxmlformats.org/officeDocument/2006/relationships/slideLayout" Target="../slideLayouts/slideLayout25.xml"/><Relationship Id="rId15" Type="http://schemas.openxmlformats.org/officeDocument/2006/relationships/image" Target="../media/image6.png"/><Relationship Id="rId10" Type="http://schemas.openxmlformats.org/officeDocument/2006/relationships/tags" Target="../tags/tag6.xml"/><Relationship Id="rId4" Type="http://schemas.openxmlformats.org/officeDocument/2006/relationships/slideLayout" Target="../slideLayouts/slideLayout24.xml"/><Relationship Id="rId9" Type="http://schemas.openxmlformats.org/officeDocument/2006/relationships/theme" Target="../theme/theme3.xml"/><Relationship Id="rId14" Type="http://schemas.openxmlformats.org/officeDocument/2006/relationships/image" Target="../media/image5.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theme" Target="../theme/theme4.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8.xml"/><Relationship Id="rId13" Type="http://schemas.openxmlformats.org/officeDocument/2006/relationships/slideLayout" Target="../slideLayouts/slideLayout53.xml"/><Relationship Id="rId18" Type="http://schemas.openxmlformats.org/officeDocument/2006/relationships/slideLayout" Target="../slideLayouts/slideLayout58.xml"/><Relationship Id="rId26" Type="http://schemas.openxmlformats.org/officeDocument/2006/relationships/image" Target="../media/image1.emf"/><Relationship Id="rId3" Type="http://schemas.openxmlformats.org/officeDocument/2006/relationships/slideLayout" Target="../slideLayouts/slideLayout43.xml"/><Relationship Id="rId21" Type="http://schemas.openxmlformats.org/officeDocument/2006/relationships/slideLayout" Target="../slideLayouts/slideLayout61.xml"/><Relationship Id="rId7" Type="http://schemas.openxmlformats.org/officeDocument/2006/relationships/slideLayout" Target="../slideLayouts/slideLayout47.xml"/><Relationship Id="rId12" Type="http://schemas.openxmlformats.org/officeDocument/2006/relationships/slideLayout" Target="../slideLayouts/slideLayout52.xml"/><Relationship Id="rId17" Type="http://schemas.openxmlformats.org/officeDocument/2006/relationships/slideLayout" Target="../slideLayouts/slideLayout57.xml"/><Relationship Id="rId25" Type="http://schemas.openxmlformats.org/officeDocument/2006/relationships/oleObject" Target="../embeddings/oleObject9.bin"/><Relationship Id="rId2" Type="http://schemas.openxmlformats.org/officeDocument/2006/relationships/slideLayout" Target="../slideLayouts/slideLayout42.xml"/><Relationship Id="rId16" Type="http://schemas.openxmlformats.org/officeDocument/2006/relationships/slideLayout" Target="../slideLayouts/slideLayout56.xml"/><Relationship Id="rId20" Type="http://schemas.openxmlformats.org/officeDocument/2006/relationships/slideLayout" Target="../slideLayouts/slideLayout60.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24" Type="http://schemas.openxmlformats.org/officeDocument/2006/relationships/tags" Target="../tags/tag12.xml"/><Relationship Id="rId5" Type="http://schemas.openxmlformats.org/officeDocument/2006/relationships/slideLayout" Target="../slideLayouts/slideLayout45.xml"/><Relationship Id="rId15" Type="http://schemas.openxmlformats.org/officeDocument/2006/relationships/slideLayout" Target="../slideLayouts/slideLayout55.xml"/><Relationship Id="rId23" Type="http://schemas.openxmlformats.org/officeDocument/2006/relationships/tags" Target="../tags/tag11.xml"/><Relationship Id="rId28" Type="http://schemas.openxmlformats.org/officeDocument/2006/relationships/image" Target="../media/image3.png"/><Relationship Id="rId10" Type="http://schemas.openxmlformats.org/officeDocument/2006/relationships/slideLayout" Target="../slideLayouts/slideLayout50.xml"/><Relationship Id="rId19" Type="http://schemas.openxmlformats.org/officeDocument/2006/relationships/slideLayout" Target="../slideLayouts/slideLayout59.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4" Type="http://schemas.openxmlformats.org/officeDocument/2006/relationships/slideLayout" Target="../slideLayouts/slideLayout54.xml"/><Relationship Id="rId22" Type="http://schemas.openxmlformats.org/officeDocument/2006/relationships/theme" Target="../theme/theme5.xml"/><Relationship Id="rId27" Type="http://schemas.openxmlformats.org/officeDocument/2006/relationships/image" Target="../media/image2.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9.xml"/><Relationship Id="rId13" Type="http://schemas.openxmlformats.org/officeDocument/2006/relationships/oleObject" Target="../embeddings/oleObject11.bin"/><Relationship Id="rId3" Type="http://schemas.openxmlformats.org/officeDocument/2006/relationships/slideLayout" Target="../slideLayouts/slideLayout64.xml"/><Relationship Id="rId7" Type="http://schemas.openxmlformats.org/officeDocument/2006/relationships/slideLayout" Target="../slideLayouts/slideLayout68.xml"/><Relationship Id="rId12" Type="http://schemas.openxmlformats.org/officeDocument/2006/relationships/tags" Target="../tags/tag15.xml"/><Relationship Id="rId2" Type="http://schemas.openxmlformats.org/officeDocument/2006/relationships/slideLayout" Target="../slideLayouts/slideLayout63.xml"/><Relationship Id="rId1" Type="http://schemas.openxmlformats.org/officeDocument/2006/relationships/slideLayout" Target="../slideLayouts/slideLayout62.xml"/><Relationship Id="rId6" Type="http://schemas.openxmlformats.org/officeDocument/2006/relationships/slideLayout" Target="../slideLayouts/slideLayout67.xml"/><Relationship Id="rId11" Type="http://schemas.openxmlformats.org/officeDocument/2006/relationships/tags" Target="../tags/tag14.xml"/><Relationship Id="rId5" Type="http://schemas.openxmlformats.org/officeDocument/2006/relationships/slideLayout" Target="../slideLayouts/slideLayout66.xml"/><Relationship Id="rId15" Type="http://schemas.openxmlformats.org/officeDocument/2006/relationships/image" Target="../media/image13.png"/><Relationship Id="rId10" Type="http://schemas.openxmlformats.org/officeDocument/2006/relationships/theme" Target="../theme/theme6.xml"/><Relationship Id="rId4" Type="http://schemas.openxmlformats.org/officeDocument/2006/relationships/slideLayout" Target="../slideLayouts/slideLayout65.xml"/><Relationship Id="rId9" Type="http://schemas.openxmlformats.org/officeDocument/2006/relationships/slideLayout" Target="../slideLayouts/slideLayout70.xml"/><Relationship Id="rId14" Type="http://schemas.openxmlformats.org/officeDocument/2006/relationships/image" Target="../media/image12.emf"/></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8.xml"/><Relationship Id="rId13" Type="http://schemas.openxmlformats.org/officeDocument/2006/relationships/slideLayout" Target="../slideLayouts/slideLayout83.xml"/><Relationship Id="rId18" Type="http://schemas.openxmlformats.org/officeDocument/2006/relationships/theme" Target="../theme/theme7.xml"/><Relationship Id="rId3" Type="http://schemas.openxmlformats.org/officeDocument/2006/relationships/slideLayout" Target="../slideLayouts/slideLayout73.xml"/><Relationship Id="rId21" Type="http://schemas.openxmlformats.org/officeDocument/2006/relationships/oleObject" Target="../embeddings/oleObject16.bin"/><Relationship Id="rId7" Type="http://schemas.openxmlformats.org/officeDocument/2006/relationships/slideLayout" Target="../slideLayouts/slideLayout77.xml"/><Relationship Id="rId12" Type="http://schemas.openxmlformats.org/officeDocument/2006/relationships/slideLayout" Target="../slideLayouts/slideLayout82.xml"/><Relationship Id="rId17" Type="http://schemas.openxmlformats.org/officeDocument/2006/relationships/slideLayout" Target="../slideLayouts/slideLayout87.xml"/><Relationship Id="rId2" Type="http://schemas.openxmlformats.org/officeDocument/2006/relationships/slideLayout" Target="../slideLayouts/slideLayout72.xml"/><Relationship Id="rId16" Type="http://schemas.openxmlformats.org/officeDocument/2006/relationships/slideLayout" Target="../slideLayouts/slideLayout86.xml"/><Relationship Id="rId20" Type="http://schemas.openxmlformats.org/officeDocument/2006/relationships/tags" Target="../tags/tag25.xml"/><Relationship Id="rId1" Type="http://schemas.openxmlformats.org/officeDocument/2006/relationships/slideLayout" Target="../slideLayouts/slideLayout71.xml"/><Relationship Id="rId6" Type="http://schemas.openxmlformats.org/officeDocument/2006/relationships/slideLayout" Target="../slideLayouts/slideLayout76.xml"/><Relationship Id="rId11" Type="http://schemas.openxmlformats.org/officeDocument/2006/relationships/slideLayout" Target="../slideLayouts/slideLayout81.xml"/><Relationship Id="rId24" Type="http://schemas.openxmlformats.org/officeDocument/2006/relationships/image" Target="../media/image3.png"/><Relationship Id="rId5" Type="http://schemas.openxmlformats.org/officeDocument/2006/relationships/slideLayout" Target="../slideLayouts/slideLayout75.xml"/><Relationship Id="rId15" Type="http://schemas.openxmlformats.org/officeDocument/2006/relationships/slideLayout" Target="../slideLayouts/slideLayout85.xml"/><Relationship Id="rId23" Type="http://schemas.openxmlformats.org/officeDocument/2006/relationships/image" Target="../media/image2.png"/><Relationship Id="rId10" Type="http://schemas.openxmlformats.org/officeDocument/2006/relationships/slideLayout" Target="../slideLayouts/slideLayout80.xml"/><Relationship Id="rId19" Type="http://schemas.openxmlformats.org/officeDocument/2006/relationships/tags" Target="../tags/tag24.xml"/><Relationship Id="rId4" Type="http://schemas.openxmlformats.org/officeDocument/2006/relationships/slideLayout" Target="../slideLayouts/slideLayout74.xml"/><Relationship Id="rId9" Type="http://schemas.openxmlformats.org/officeDocument/2006/relationships/slideLayout" Target="../slideLayouts/slideLayout79.xml"/><Relationship Id="rId14" Type="http://schemas.openxmlformats.org/officeDocument/2006/relationships/slideLayout" Target="../slideLayouts/slideLayout84.xml"/><Relationship Id="rId22"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6/5/2024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90" r:id="rId8"/>
    <p:sldLayoutId id="2147483681" r:id="rId9"/>
    <p:sldLayoutId id="2147483774"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BCCC815A-F2C9-434C-A69F-6B52C370B91D}"/>
              </a:ext>
            </a:extLst>
          </p:cNvPr>
          <p:cNvGraphicFramePr>
            <a:graphicFrameLocks noChangeAspect="1"/>
          </p:cNvGraphicFramePr>
          <p:nvPr userDrawn="1">
            <p:custDataLst>
              <p:tags r:id="rId11"/>
            </p:custDataLst>
            <p:extLst>
              <p:ext uri="{D42A27DB-BD31-4B8C-83A1-F6EECF244321}">
                <p14:modId xmlns:p14="http://schemas.microsoft.com/office/powerpoint/2010/main" val="9946975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395" imgH="396" progId="TCLayout.ActiveDocument.1">
                  <p:embed/>
                </p:oleObj>
              </mc:Choice>
              <mc:Fallback>
                <p:oleObj name="think-cell Slide" r:id="rId13" imgW="395" imgH="396" progId="TCLayout.ActiveDocument.1">
                  <p:embed/>
                  <p:pic>
                    <p:nvPicPr>
                      <p:cNvPr id="13" name="Object 12" hidden="1">
                        <a:extLst>
                          <a:ext uri="{FF2B5EF4-FFF2-40B4-BE49-F238E27FC236}">
                            <a16:creationId xmlns:a16="http://schemas.microsoft.com/office/drawing/2014/main" id="{BCCC815A-F2C9-434C-A69F-6B52C370B91D}"/>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12" name="Rectangle 11" hidden="1">
            <a:extLst>
              <a:ext uri="{FF2B5EF4-FFF2-40B4-BE49-F238E27FC236}">
                <a16:creationId xmlns:a16="http://schemas.microsoft.com/office/drawing/2014/main" id="{7E99BCBC-83A5-40D0-8DE3-4DB102CDECA1}"/>
              </a:ext>
            </a:extLst>
          </p:cNvPr>
          <p:cNvSpPr/>
          <p:nvPr userDrawn="1">
            <p:custDataLst>
              <p:tags r:id="rId1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4400" b="0" i="0" baseline="0">
              <a:latin typeface="Calibri Light" panose="020F0302020204030204" pitchFamily="34" charset="0"/>
              <a:ea typeface="+mj-ea"/>
              <a:cs typeface="+mj-cs"/>
              <a:sym typeface="Calibri Light" panose="020F0302020204030204" pitchFamily="34" charset="0"/>
            </a:endParaRPr>
          </a:p>
        </p:txBody>
      </p:sp>
      <p:sp>
        <p:nvSpPr>
          <p:cNvPr id="3" name="Text Placeholder 2"/>
          <p:cNvSpPr>
            <a:spLocks noGrp="1"/>
          </p:cNvSpPr>
          <p:nvPr>
            <p:ph type="body" idx="1"/>
          </p:nvPr>
        </p:nvSpPr>
        <p:spPr>
          <a:xfrm>
            <a:off x="371475" y="1361621"/>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6/5/2024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0A9334-4E67-F94F-A05E-0CE8B74A054E}" type="slidenum">
              <a:rPr lang="en-US" smtClean="0"/>
              <a:pPr/>
              <a:t>‹#›</a:t>
            </a:fld>
            <a:endParaRPr lang="en-US"/>
          </a:p>
        </p:txBody>
      </p:sp>
      <p:sp>
        <p:nvSpPr>
          <p:cNvPr id="7" name="Rectangle 6" descr="&quot;&quot;">
            <a:extLst>
              <a:ext uri="{FF2B5EF4-FFF2-40B4-BE49-F238E27FC236}">
                <a16:creationId xmlns:a16="http://schemas.microsoft.com/office/drawing/2014/main" id="{9A344643-0805-4A78-8519-399E280674A5}"/>
              </a:ext>
            </a:extLst>
          </p:cNvPr>
          <p:cNvSpPr/>
          <p:nvPr userDrawn="1"/>
        </p:nvSpPr>
        <p:spPr>
          <a:xfrm>
            <a:off x="0" y="0"/>
            <a:ext cx="12192000" cy="872671"/>
          </a:xfrm>
          <a:prstGeom prst="rect">
            <a:avLst/>
          </a:prstGeom>
          <a:solidFill>
            <a:srgbClr val="002F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a:extLst>
              <a:ext uri="{FF2B5EF4-FFF2-40B4-BE49-F238E27FC236}">
                <a16:creationId xmlns:a16="http://schemas.microsoft.com/office/drawing/2014/main" id="{451C4A79-7B67-4263-9C21-0F0F093D2ECB}"/>
              </a:ext>
            </a:extLst>
          </p:cNvPr>
          <p:cNvSpPr/>
          <p:nvPr userDrawn="1"/>
        </p:nvSpPr>
        <p:spPr>
          <a:xfrm>
            <a:off x="0" y="6140681"/>
            <a:ext cx="12192000" cy="731839"/>
          </a:xfrm>
          <a:prstGeom prst="rect">
            <a:avLst/>
          </a:prstGeom>
          <a:solidFill>
            <a:srgbClr val="002F56"/>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defTabSz="457200"/>
            <a:endParaRPr lang="en-US" sz="1800">
              <a:solidFill>
                <a:prstClr val="white"/>
              </a:solidFill>
            </a:endParaRPr>
          </a:p>
        </p:txBody>
      </p:sp>
      <p:pic>
        <p:nvPicPr>
          <p:cNvPr id="9" name="Picture 2" descr="Choose VA logo">
            <a:extLst>
              <a:ext uri="{FF2B5EF4-FFF2-40B4-BE49-F238E27FC236}">
                <a16:creationId xmlns:a16="http://schemas.microsoft.com/office/drawing/2014/main" id="{ED68DA6A-5DF1-4139-9A45-26BF50A0D2A3}"/>
              </a:ext>
            </a:extLst>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a:fillRect/>
          </a:stretch>
        </p:blipFill>
        <p:spPr bwMode="auto">
          <a:xfrm>
            <a:off x="203201" y="6191250"/>
            <a:ext cx="2368550" cy="54864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Seal and logo for the U.S. Department of Veterans Affairs">
            <a:extLst>
              <a:ext uri="{FF2B5EF4-FFF2-40B4-BE49-F238E27FC236}">
                <a16:creationId xmlns:a16="http://schemas.microsoft.com/office/drawing/2014/main" id="{89C54729-2C98-4A73-B5EB-4446016F3463}"/>
              </a:ext>
            </a:extLst>
          </p:cNvPr>
          <p:cNvPicPr>
            <a:picLocks noChangeAspect="1"/>
          </p:cNvPicPr>
          <p:nvPr userDrawn="1"/>
        </p:nvPicPr>
        <p:blipFill>
          <a:blip r:embed="rId16" cstate="screen">
            <a:extLst>
              <a:ext uri="{28A0092B-C50C-407E-A947-70E740481C1C}">
                <a14:useLocalDpi xmlns:a14="http://schemas.microsoft.com/office/drawing/2010/main"/>
              </a:ext>
            </a:extLst>
          </a:blip>
          <a:stretch>
            <a:fillRect/>
          </a:stretch>
        </p:blipFill>
        <p:spPr>
          <a:xfrm>
            <a:off x="8743950" y="6184206"/>
            <a:ext cx="2940051" cy="641708"/>
          </a:xfrm>
          <a:prstGeom prst="rect">
            <a:avLst/>
          </a:prstGeom>
        </p:spPr>
      </p:pic>
      <p:sp>
        <p:nvSpPr>
          <p:cNvPr id="2" name="Title Placeholder 1"/>
          <p:cNvSpPr>
            <a:spLocks noGrp="1"/>
          </p:cNvSpPr>
          <p:nvPr>
            <p:ph type="title"/>
          </p:nvPr>
        </p:nvSpPr>
        <p:spPr>
          <a:xfrm>
            <a:off x="390525" y="97245"/>
            <a:ext cx="10515600" cy="680223"/>
          </a:xfrm>
          <a:prstGeom prst="rect">
            <a:avLst/>
          </a:prstGeom>
        </p:spPr>
        <p:txBody>
          <a:bodyPr vert="horz" lIns="91440" tIns="45720" rIns="91440" bIns="45720" rtlCol="0" anchor="ctr">
            <a:noAutofit/>
          </a:bodyPr>
          <a:lstStyle/>
          <a:p>
            <a:r>
              <a:rPr lang="en-US"/>
              <a:t>Click to edit Master title style</a:t>
            </a:r>
          </a:p>
        </p:txBody>
      </p:sp>
    </p:spTree>
    <p:extLst>
      <p:ext uri="{BB962C8B-B14F-4D97-AF65-F5344CB8AC3E}">
        <p14:creationId xmlns:p14="http://schemas.microsoft.com/office/powerpoint/2010/main" val="689335898"/>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66" r:id="rId6"/>
    <p:sldLayoutId id="2147483688" r:id="rId7"/>
    <p:sldLayoutId id="2147483689" r:id="rId8"/>
    <p:sldLayoutId id="2147483670" r:id="rId9"/>
  </p:sldLayoutIdLst>
  <p:hf hdr="0" ftr="0" dt="0"/>
  <p:txStyles>
    <p:titleStyle>
      <a:lvl1pPr algn="l" defTabSz="914400" rtl="0" eaLnBrk="1" latinLnBrk="0" hangingPunct="1">
        <a:lnSpc>
          <a:spcPct val="90000"/>
        </a:lnSpc>
        <a:spcBef>
          <a:spcPct val="0"/>
        </a:spcBef>
        <a:buNone/>
        <a:defRPr sz="36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BCCC815A-F2C9-434C-A69F-6B52C370B91D}"/>
              </a:ext>
            </a:extLst>
          </p:cNvPr>
          <p:cNvGraphicFramePr>
            <a:graphicFrameLocks noChangeAspect="1"/>
          </p:cNvGraphicFramePr>
          <p:nvPr userDrawn="1">
            <p:custDataLst>
              <p:tags r:id="rId10"/>
            </p:custDataLst>
            <p:extLst>
              <p:ext uri="{D42A27DB-BD31-4B8C-83A1-F6EECF244321}">
                <p14:modId xmlns:p14="http://schemas.microsoft.com/office/powerpoint/2010/main" val="9946975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2" imgW="395" imgH="396" progId="TCLayout.ActiveDocument.1">
                  <p:embed/>
                </p:oleObj>
              </mc:Choice>
              <mc:Fallback>
                <p:oleObj name="think-cell Slide" r:id="rId12" imgW="395" imgH="396" progId="TCLayout.ActiveDocument.1">
                  <p:embed/>
                  <p:pic>
                    <p:nvPicPr>
                      <p:cNvPr id="13" name="Object 12" hidden="1">
                        <a:extLst>
                          <a:ext uri="{FF2B5EF4-FFF2-40B4-BE49-F238E27FC236}">
                            <a16:creationId xmlns:a16="http://schemas.microsoft.com/office/drawing/2014/main" id="{BCCC815A-F2C9-434C-A69F-6B52C370B91D}"/>
                          </a:ext>
                        </a:extLst>
                      </p:cNvPr>
                      <p:cNvPicPr/>
                      <p:nvPr/>
                    </p:nvPicPr>
                    <p:blipFill>
                      <a:blip r:embed="rId13"/>
                      <a:stretch>
                        <a:fillRect/>
                      </a:stretch>
                    </p:blipFill>
                    <p:spPr>
                      <a:xfrm>
                        <a:off x="1588" y="1588"/>
                        <a:ext cx="1588" cy="1588"/>
                      </a:xfrm>
                      <a:prstGeom prst="rect">
                        <a:avLst/>
                      </a:prstGeom>
                    </p:spPr>
                  </p:pic>
                </p:oleObj>
              </mc:Fallback>
            </mc:AlternateContent>
          </a:graphicData>
        </a:graphic>
      </p:graphicFrame>
      <p:sp>
        <p:nvSpPr>
          <p:cNvPr id="12" name="Rectangle 11" hidden="1">
            <a:extLst>
              <a:ext uri="{FF2B5EF4-FFF2-40B4-BE49-F238E27FC236}">
                <a16:creationId xmlns:a16="http://schemas.microsoft.com/office/drawing/2014/main" id="{7E99BCBC-83A5-40D0-8DE3-4DB102CDECA1}"/>
              </a:ext>
            </a:extLst>
          </p:cNvPr>
          <p:cNvSpPr/>
          <p:nvPr userDrawn="1">
            <p:custDataLst>
              <p:tags r:id="rId11"/>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4400" b="0" i="0" baseline="0">
              <a:latin typeface="Calibri Light" panose="020F0302020204030204" pitchFamily="34" charset="0"/>
              <a:ea typeface="+mj-ea"/>
              <a:cs typeface="+mj-cs"/>
              <a:sym typeface="Calibri Light" panose="020F0302020204030204" pitchFamily="34" charset="0"/>
            </a:endParaRPr>
          </a:p>
        </p:txBody>
      </p:sp>
      <p:sp>
        <p:nvSpPr>
          <p:cNvPr id="3" name="Text Placeholder 2"/>
          <p:cNvSpPr>
            <a:spLocks noGrp="1"/>
          </p:cNvSpPr>
          <p:nvPr>
            <p:ph type="body" idx="1"/>
          </p:nvPr>
        </p:nvSpPr>
        <p:spPr>
          <a:xfrm>
            <a:off x="371475" y="1361621"/>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6/5/2024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0A9334-4E67-F94F-A05E-0CE8B74A054E}" type="slidenum">
              <a:rPr lang="en-US" smtClean="0"/>
              <a:pPr/>
              <a:t>‹#›</a:t>
            </a:fld>
            <a:endParaRPr lang="en-US"/>
          </a:p>
        </p:txBody>
      </p:sp>
      <p:sp>
        <p:nvSpPr>
          <p:cNvPr id="7" name="Rectangle 6" descr="&quot;&quot;">
            <a:extLst>
              <a:ext uri="{FF2B5EF4-FFF2-40B4-BE49-F238E27FC236}">
                <a16:creationId xmlns:a16="http://schemas.microsoft.com/office/drawing/2014/main" id="{9A344643-0805-4A78-8519-399E280674A5}"/>
              </a:ext>
            </a:extLst>
          </p:cNvPr>
          <p:cNvSpPr/>
          <p:nvPr userDrawn="1"/>
        </p:nvSpPr>
        <p:spPr>
          <a:xfrm>
            <a:off x="0" y="0"/>
            <a:ext cx="12192000" cy="872671"/>
          </a:xfrm>
          <a:prstGeom prst="rect">
            <a:avLst/>
          </a:prstGeom>
          <a:solidFill>
            <a:srgbClr val="002F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a:extLst>
              <a:ext uri="{FF2B5EF4-FFF2-40B4-BE49-F238E27FC236}">
                <a16:creationId xmlns:a16="http://schemas.microsoft.com/office/drawing/2014/main" id="{451C4A79-7B67-4263-9C21-0F0F093D2ECB}"/>
              </a:ext>
            </a:extLst>
          </p:cNvPr>
          <p:cNvSpPr/>
          <p:nvPr userDrawn="1"/>
        </p:nvSpPr>
        <p:spPr>
          <a:xfrm>
            <a:off x="0" y="6140681"/>
            <a:ext cx="12192000" cy="731839"/>
          </a:xfrm>
          <a:prstGeom prst="rect">
            <a:avLst/>
          </a:prstGeom>
          <a:solidFill>
            <a:srgbClr val="002F56"/>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defTabSz="457200"/>
            <a:endParaRPr lang="en-US" sz="1800">
              <a:solidFill>
                <a:prstClr val="white"/>
              </a:solidFill>
            </a:endParaRPr>
          </a:p>
        </p:txBody>
      </p:sp>
      <p:pic>
        <p:nvPicPr>
          <p:cNvPr id="9" name="Picture 2" descr="Choose VA logo">
            <a:extLst>
              <a:ext uri="{FF2B5EF4-FFF2-40B4-BE49-F238E27FC236}">
                <a16:creationId xmlns:a16="http://schemas.microsoft.com/office/drawing/2014/main" id="{ED68DA6A-5DF1-4139-9A45-26BF50A0D2A3}"/>
              </a:ext>
            </a:extLst>
          </p:cNvPr>
          <p:cNvPicPr>
            <a:picLocks noChangeAspect="1" noChangeArrowheads="1"/>
          </p:cNvPicPr>
          <p:nvPr userDrawn="1"/>
        </p:nvPicPr>
        <p:blipFill>
          <a:blip r:embed="rId14" cstate="email">
            <a:extLst>
              <a:ext uri="{28A0092B-C50C-407E-A947-70E740481C1C}">
                <a14:useLocalDpi xmlns:a14="http://schemas.microsoft.com/office/drawing/2010/main"/>
              </a:ext>
            </a:extLst>
          </a:blip>
          <a:srcRect/>
          <a:stretch>
            <a:fillRect/>
          </a:stretch>
        </p:blipFill>
        <p:spPr bwMode="auto">
          <a:xfrm>
            <a:off x="203201" y="6191250"/>
            <a:ext cx="2368550" cy="54864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Seal and logo for the U.S. Department of Veterans Affairs">
            <a:extLst>
              <a:ext uri="{FF2B5EF4-FFF2-40B4-BE49-F238E27FC236}">
                <a16:creationId xmlns:a16="http://schemas.microsoft.com/office/drawing/2014/main" id="{89C54729-2C98-4A73-B5EB-4446016F3463}"/>
              </a:ext>
            </a:extLst>
          </p:cNvPr>
          <p:cNvPicPr>
            <a:picLocks noChangeAspect="1"/>
          </p:cNvPicPr>
          <p:nvPr userDrawn="1"/>
        </p:nvPicPr>
        <p:blipFill>
          <a:blip r:embed="rId15" cstate="email">
            <a:extLst>
              <a:ext uri="{28A0092B-C50C-407E-A947-70E740481C1C}">
                <a14:useLocalDpi xmlns:a14="http://schemas.microsoft.com/office/drawing/2010/main"/>
              </a:ext>
            </a:extLst>
          </a:blip>
          <a:stretch>
            <a:fillRect/>
          </a:stretch>
        </p:blipFill>
        <p:spPr>
          <a:xfrm>
            <a:off x="8743950" y="6184206"/>
            <a:ext cx="2940051" cy="641708"/>
          </a:xfrm>
          <a:prstGeom prst="rect">
            <a:avLst/>
          </a:prstGeom>
        </p:spPr>
      </p:pic>
      <p:sp>
        <p:nvSpPr>
          <p:cNvPr id="2" name="Title Placeholder 1"/>
          <p:cNvSpPr>
            <a:spLocks noGrp="1"/>
          </p:cNvSpPr>
          <p:nvPr>
            <p:ph type="title"/>
          </p:nvPr>
        </p:nvSpPr>
        <p:spPr>
          <a:xfrm>
            <a:off x="390525" y="97245"/>
            <a:ext cx="10515600" cy="680223"/>
          </a:xfrm>
          <a:prstGeom prst="rect">
            <a:avLst/>
          </a:prstGeom>
        </p:spPr>
        <p:txBody>
          <a:bodyPr vert="horz" lIns="91440" tIns="45720" rIns="91440" bIns="45720" rtlCol="0" anchor="ctr">
            <a:noAutofit/>
          </a:bodyPr>
          <a:lstStyle/>
          <a:p>
            <a:r>
              <a:rPr lang="en-US"/>
              <a:t>Click to edit Master title style</a:t>
            </a:r>
          </a:p>
        </p:txBody>
      </p:sp>
    </p:spTree>
    <p:extLst>
      <p:ext uri="{BB962C8B-B14F-4D97-AF65-F5344CB8AC3E}">
        <p14:creationId xmlns:p14="http://schemas.microsoft.com/office/powerpoint/2010/main" val="1170794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7" r:id="rId6"/>
    <p:sldLayoutId id="2147483668" r:id="rId7"/>
    <p:sldLayoutId id="2147483680" r:id="rId8"/>
  </p:sldLayoutIdLst>
  <p:hf hdr="0" ftr="0" dt="0"/>
  <p:txStyles>
    <p:titleStyle>
      <a:lvl1pPr algn="l" defTabSz="914400" rtl="0" eaLnBrk="1" latinLnBrk="0" hangingPunct="1">
        <a:lnSpc>
          <a:spcPct val="90000"/>
        </a:lnSpc>
        <a:spcBef>
          <a:spcPct val="0"/>
        </a:spcBef>
        <a:buNone/>
        <a:defRPr sz="36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5923AE-BD2A-6A4B-92CE-872A5C5ED2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02F38BE-D83D-AD47-AB19-6681573DFB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EB1E2121-EF3E-FE4B-B55B-6DB4B1859B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722E2A-141F-C448-A6A8-A8420CD539EC}" type="slidenum">
              <a:rPr lang="en-US" smtClean="0"/>
              <a:t>‹#›</a:t>
            </a:fld>
            <a:endParaRPr lang="en-US"/>
          </a:p>
        </p:txBody>
      </p:sp>
    </p:spTree>
    <p:extLst>
      <p:ext uri="{BB962C8B-B14F-4D97-AF65-F5344CB8AC3E}">
        <p14:creationId xmlns:p14="http://schemas.microsoft.com/office/powerpoint/2010/main" val="5709378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BCCC815A-F2C9-434C-A69F-6B52C370B91D}"/>
              </a:ext>
            </a:extLst>
          </p:cNvPr>
          <p:cNvGraphicFramePr>
            <a:graphicFrameLocks noChangeAspect="1"/>
          </p:cNvGraphicFramePr>
          <p:nvPr userDrawn="1">
            <p:custDataLst>
              <p:tags r:id="rId23"/>
            </p:custDataLst>
            <p:extLst>
              <p:ext uri="{D42A27DB-BD31-4B8C-83A1-F6EECF244321}">
                <p14:modId xmlns:p14="http://schemas.microsoft.com/office/powerpoint/2010/main" val="34223397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5" imgW="395" imgH="396" progId="TCLayout.ActiveDocument.1">
                  <p:embed/>
                </p:oleObj>
              </mc:Choice>
              <mc:Fallback>
                <p:oleObj name="think-cell Slide" r:id="rId25" imgW="395" imgH="396" progId="TCLayout.ActiveDocument.1">
                  <p:embed/>
                  <p:pic>
                    <p:nvPicPr>
                      <p:cNvPr id="13" name="Object 12" hidden="1">
                        <a:extLst>
                          <a:ext uri="{FF2B5EF4-FFF2-40B4-BE49-F238E27FC236}">
                            <a16:creationId xmlns:a16="http://schemas.microsoft.com/office/drawing/2014/main" id="{BCCC815A-F2C9-434C-A69F-6B52C370B91D}"/>
                          </a:ext>
                        </a:extLst>
                      </p:cNvPr>
                      <p:cNvPicPr/>
                      <p:nvPr/>
                    </p:nvPicPr>
                    <p:blipFill>
                      <a:blip r:embed="rId26"/>
                      <a:stretch>
                        <a:fillRect/>
                      </a:stretch>
                    </p:blipFill>
                    <p:spPr>
                      <a:xfrm>
                        <a:off x="1588" y="1588"/>
                        <a:ext cx="1588" cy="1588"/>
                      </a:xfrm>
                      <a:prstGeom prst="rect">
                        <a:avLst/>
                      </a:prstGeom>
                    </p:spPr>
                  </p:pic>
                </p:oleObj>
              </mc:Fallback>
            </mc:AlternateContent>
          </a:graphicData>
        </a:graphic>
      </p:graphicFrame>
      <p:sp>
        <p:nvSpPr>
          <p:cNvPr id="12" name="Rectangle 11" hidden="1">
            <a:extLst>
              <a:ext uri="{FF2B5EF4-FFF2-40B4-BE49-F238E27FC236}">
                <a16:creationId xmlns:a16="http://schemas.microsoft.com/office/drawing/2014/main" id="{7E99BCBC-83A5-40D0-8DE3-4DB102CDECA1}"/>
              </a:ext>
            </a:extLst>
          </p:cNvPr>
          <p:cNvSpPr/>
          <p:nvPr userDrawn="1">
            <p:custDataLst>
              <p:tags r:id="rId24"/>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4400" b="0" i="0" baseline="0">
              <a:latin typeface="Calibri Light" panose="020F0302020204030204" pitchFamily="34" charset="0"/>
              <a:ea typeface="+mj-ea"/>
              <a:cs typeface="+mj-cs"/>
              <a:sym typeface="Calibri Light" panose="020F0302020204030204" pitchFamily="34" charset="0"/>
            </a:endParaRPr>
          </a:p>
        </p:txBody>
      </p:sp>
      <p:sp>
        <p:nvSpPr>
          <p:cNvPr id="3" name="Text Placeholder 2"/>
          <p:cNvSpPr>
            <a:spLocks noGrp="1"/>
          </p:cNvSpPr>
          <p:nvPr>
            <p:ph type="body" idx="1"/>
          </p:nvPr>
        </p:nvSpPr>
        <p:spPr>
          <a:xfrm>
            <a:off x="371475" y="1361621"/>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6/5/2024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0A9334-4E67-F94F-A05E-0CE8B74A054E}" type="slidenum">
              <a:rPr lang="en-US" smtClean="0"/>
              <a:pPr/>
              <a:t>‹#›</a:t>
            </a:fld>
            <a:endParaRPr lang="en-US"/>
          </a:p>
        </p:txBody>
      </p:sp>
      <p:sp>
        <p:nvSpPr>
          <p:cNvPr id="7" name="Rectangle 6" descr="&quot;&quot;">
            <a:extLst>
              <a:ext uri="{FF2B5EF4-FFF2-40B4-BE49-F238E27FC236}">
                <a16:creationId xmlns:a16="http://schemas.microsoft.com/office/drawing/2014/main" id="{9A344643-0805-4A78-8519-399E280674A5}"/>
              </a:ext>
            </a:extLst>
          </p:cNvPr>
          <p:cNvSpPr/>
          <p:nvPr userDrawn="1"/>
        </p:nvSpPr>
        <p:spPr>
          <a:xfrm>
            <a:off x="0" y="0"/>
            <a:ext cx="12192000" cy="872671"/>
          </a:xfrm>
          <a:prstGeom prst="rect">
            <a:avLst/>
          </a:prstGeom>
          <a:solidFill>
            <a:srgbClr val="002F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a:extLst>
              <a:ext uri="{FF2B5EF4-FFF2-40B4-BE49-F238E27FC236}">
                <a16:creationId xmlns:a16="http://schemas.microsoft.com/office/drawing/2014/main" id="{451C4A79-7B67-4263-9C21-0F0F093D2ECB}"/>
              </a:ext>
            </a:extLst>
          </p:cNvPr>
          <p:cNvSpPr/>
          <p:nvPr userDrawn="1"/>
        </p:nvSpPr>
        <p:spPr>
          <a:xfrm>
            <a:off x="0" y="6140681"/>
            <a:ext cx="12192000" cy="731839"/>
          </a:xfrm>
          <a:prstGeom prst="rect">
            <a:avLst/>
          </a:prstGeom>
          <a:solidFill>
            <a:srgbClr val="002F56"/>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defTabSz="457200"/>
            <a:endParaRPr lang="en-US" sz="1800">
              <a:solidFill>
                <a:prstClr val="white"/>
              </a:solidFill>
            </a:endParaRPr>
          </a:p>
        </p:txBody>
      </p:sp>
      <p:pic>
        <p:nvPicPr>
          <p:cNvPr id="9" name="Picture 2" descr="Choose VA logo">
            <a:extLst>
              <a:ext uri="{FF2B5EF4-FFF2-40B4-BE49-F238E27FC236}">
                <a16:creationId xmlns:a16="http://schemas.microsoft.com/office/drawing/2014/main" id="{ED68DA6A-5DF1-4139-9A45-26BF50A0D2A3}"/>
              </a:ext>
            </a:extLst>
          </p:cNvPr>
          <p:cNvPicPr>
            <a:picLocks noChangeAspect="1" noChangeArrowheads="1"/>
          </p:cNvPicPr>
          <p:nvPr userDrawn="1"/>
        </p:nvPicPr>
        <p:blipFill>
          <a:blip r:embed="rId27" cstate="screen">
            <a:extLst>
              <a:ext uri="{28A0092B-C50C-407E-A947-70E740481C1C}">
                <a14:useLocalDpi xmlns:a14="http://schemas.microsoft.com/office/drawing/2010/main"/>
              </a:ext>
            </a:extLst>
          </a:blip>
          <a:srcRect/>
          <a:stretch>
            <a:fillRect/>
          </a:stretch>
        </p:blipFill>
        <p:spPr bwMode="auto">
          <a:xfrm>
            <a:off x="203201" y="6191250"/>
            <a:ext cx="2368550" cy="54864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Seal and logo for the U.S. Department of Veterans Affairs">
            <a:extLst>
              <a:ext uri="{FF2B5EF4-FFF2-40B4-BE49-F238E27FC236}">
                <a16:creationId xmlns:a16="http://schemas.microsoft.com/office/drawing/2014/main" id="{89C54729-2C98-4A73-B5EB-4446016F3463}"/>
              </a:ext>
            </a:extLst>
          </p:cNvPr>
          <p:cNvPicPr>
            <a:picLocks noChangeAspect="1"/>
          </p:cNvPicPr>
          <p:nvPr userDrawn="1"/>
        </p:nvPicPr>
        <p:blipFill>
          <a:blip r:embed="rId28" cstate="screen">
            <a:extLst>
              <a:ext uri="{28A0092B-C50C-407E-A947-70E740481C1C}">
                <a14:useLocalDpi xmlns:a14="http://schemas.microsoft.com/office/drawing/2010/main"/>
              </a:ext>
            </a:extLst>
          </a:blip>
          <a:stretch>
            <a:fillRect/>
          </a:stretch>
        </p:blipFill>
        <p:spPr>
          <a:xfrm>
            <a:off x="8743950" y="6184206"/>
            <a:ext cx="2940051" cy="641708"/>
          </a:xfrm>
          <a:prstGeom prst="rect">
            <a:avLst/>
          </a:prstGeom>
        </p:spPr>
      </p:pic>
      <p:sp>
        <p:nvSpPr>
          <p:cNvPr id="2" name="Title Placeholder 1"/>
          <p:cNvSpPr>
            <a:spLocks noGrp="1"/>
          </p:cNvSpPr>
          <p:nvPr>
            <p:ph type="title"/>
          </p:nvPr>
        </p:nvSpPr>
        <p:spPr>
          <a:xfrm>
            <a:off x="390525" y="97245"/>
            <a:ext cx="10515600" cy="680223"/>
          </a:xfrm>
          <a:prstGeom prst="rect">
            <a:avLst/>
          </a:prstGeom>
        </p:spPr>
        <p:txBody>
          <a:bodyPr vert="horz" lIns="91440" tIns="45720" rIns="91440" bIns="45720" rtlCol="0" anchor="ctr">
            <a:noAutofit/>
          </a:bodyPr>
          <a:lstStyle/>
          <a:p>
            <a:r>
              <a:rPr lang="en-US"/>
              <a:t>Click to edit Master title style</a:t>
            </a:r>
          </a:p>
        </p:txBody>
      </p:sp>
    </p:spTree>
    <p:extLst>
      <p:ext uri="{BB962C8B-B14F-4D97-AF65-F5344CB8AC3E}">
        <p14:creationId xmlns:p14="http://schemas.microsoft.com/office/powerpoint/2010/main" val="3914421322"/>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764" r:id="rId12"/>
    <p:sldLayoutId id="2147483765" r:id="rId13"/>
    <p:sldLayoutId id="2147483766" r:id="rId14"/>
    <p:sldLayoutId id="2147483767" r:id="rId15"/>
    <p:sldLayoutId id="2147483768" r:id="rId16"/>
    <p:sldLayoutId id="2147483769" r:id="rId17"/>
    <p:sldLayoutId id="2147483770" r:id="rId18"/>
    <p:sldLayoutId id="2147483771" r:id="rId19"/>
    <p:sldLayoutId id="2147483772" r:id="rId20"/>
    <p:sldLayoutId id="2147483773" r:id="rId21"/>
  </p:sldLayoutIdLst>
  <p:hf hdr="0" ftr="0" dt="0"/>
  <p:txStyles>
    <p:titleStyle>
      <a:lvl1pPr algn="l" defTabSz="914400" rtl="0" eaLnBrk="1" latinLnBrk="0" hangingPunct="1">
        <a:lnSpc>
          <a:spcPct val="90000"/>
        </a:lnSpc>
        <a:spcBef>
          <a:spcPct val="0"/>
        </a:spcBef>
        <a:buNone/>
        <a:defRPr sz="36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6B0B1A61-6A4D-4089-AD76-00A043D62A34}"/>
              </a:ext>
            </a:extLst>
          </p:cNvPr>
          <p:cNvGraphicFramePr>
            <a:graphicFrameLocks noChangeAspect="1"/>
          </p:cNvGraphicFramePr>
          <p:nvPr userDrawn="1">
            <p:custDataLst>
              <p:tags r:id="rId11"/>
            </p:custDataLst>
            <p:extLst>
              <p:ext uri="{D42A27DB-BD31-4B8C-83A1-F6EECF244321}">
                <p14:modId xmlns:p14="http://schemas.microsoft.com/office/powerpoint/2010/main" val="644129236"/>
              </p:ext>
            </p:extLst>
          </p:nvPr>
        </p:nvGraphicFramePr>
        <p:xfrm>
          <a:off x="2120" y="1588"/>
          <a:ext cx="2117" cy="1588"/>
        </p:xfrm>
        <a:graphic>
          <a:graphicData uri="http://schemas.openxmlformats.org/presentationml/2006/ole">
            <mc:AlternateContent xmlns:mc="http://schemas.openxmlformats.org/markup-compatibility/2006">
              <mc:Choice xmlns:v="urn:schemas-microsoft-com:vml" Requires="v">
                <p:oleObj name="think-cell Slide" r:id="rId13" imgW="395" imgH="394" progId="TCLayout.ActiveDocument.1">
                  <p:embed/>
                </p:oleObj>
              </mc:Choice>
              <mc:Fallback>
                <p:oleObj name="think-cell Slide" r:id="rId13" imgW="395" imgH="394" progId="TCLayout.ActiveDocument.1">
                  <p:embed/>
                  <p:pic>
                    <p:nvPicPr>
                      <p:cNvPr id="7" name="Object 6" hidden="1">
                        <a:extLst>
                          <a:ext uri="{FF2B5EF4-FFF2-40B4-BE49-F238E27FC236}">
                            <a16:creationId xmlns:a16="http://schemas.microsoft.com/office/drawing/2014/main" id="{6B0B1A61-6A4D-4089-AD76-00A043D62A34}"/>
                          </a:ext>
                        </a:extLst>
                      </p:cNvPr>
                      <p:cNvPicPr/>
                      <p:nvPr/>
                    </p:nvPicPr>
                    <p:blipFill>
                      <a:blip r:embed="rId14"/>
                      <a:stretch>
                        <a:fillRect/>
                      </a:stretch>
                    </p:blipFill>
                    <p:spPr>
                      <a:xfrm>
                        <a:off x="2120" y="1588"/>
                        <a:ext cx="2117" cy="1588"/>
                      </a:xfrm>
                      <a:prstGeom prst="rect">
                        <a:avLst/>
                      </a:prstGeom>
                    </p:spPr>
                  </p:pic>
                </p:oleObj>
              </mc:Fallback>
            </mc:AlternateContent>
          </a:graphicData>
        </a:graphic>
      </p:graphicFrame>
      <p:sp>
        <p:nvSpPr>
          <p:cNvPr id="6" name="Rectangle 5" hidden="1">
            <a:extLst>
              <a:ext uri="{FF2B5EF4-FFF2-40B4-BE49-F238E27FC236}">
                <a16:creationId xmlns:a16="http://schemas.microsoft.com/office/drawing/2014/main" id="{8414BC20-47FD-4FD1-B898-6EB6C3CC4121}"/>
              </a:ext>
            </a:extLst>
          </p:cNvPr>
          <p:cNvSpPr/>
          <p:nvPr userDrawn="1">
            <p:custDataLst>
              <p:tags r:id="rId12"/>
            </p:custDataLst>
          </p:nvPr>
        </p:nvSpPr>
        <p:spPr>
          <a:xfrm>
            <a:off x="1" y="0"/>
            <a:ext cx="211667"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0000"/>
              </a:lnSpc>
              <a:spcBef>
                <a:spcPct val="0"/>
              </a:spcBef>
              <a:spcAft>
                <a:spcPct val="0"/>
              </a:spcAft>
            </a:pPr>
            <a:endParaRPr lang="en-US" sz="2600" b="1" i="0" baseline="0">
              <a:latin typeface="Calibri Light" panose="020F0302020204030204" pitchFamily="34" charset="0"/>
              <a:ea typeface="+mj-ea"/>
              <a:cs typeface="+mj-cs"/>
              <a:sym typeface="Calibri Light" panose="020F0302020204030204" pitchFamily="34" charset="0"/>
            </a:endParaRPr>
          </a:p>
        </p:txBody>
      </p:sp>
      <p:sp>
        <p:nvSpPr>
          <p:cNvPr id="2" name="Title Placeholder 1"/>
          <p:cNvSpPr>
            <a:spLocks noGrp="1"/>
          </p:cNvSpPr>
          <p:nvPr>
            <p:ph type="title"/>
          </p:nvPr>
        </p:nvSpPr>
        <p:spPr>
          <a:xfrm>
            <a:off x="838200" y="365126"/>
            <a:ext cx="10515600" cy="914400"/>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4038600" y="6356358"/>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4" name="Slide Number Placeholder 3">
            <a:extLst>
              <a:ext uri="{FF2B5EF4-FFF2-40B4-BE49-F238E27FC236}">
                <a16:creationId xmlns:a16="http://schemas.microsoft.com/office/drawing/2014/main" id="{827DDAA7-8597-44D3-8CD3-634630ED915C}"/>
              </a:ext>
            </a:extLst>
          </p:cNvPr>
          <p:cNvSpPr>
            <a:spLocks noGrp="1"/>
          </p:cNvSpPr>
          <p:nvPr>
            <p:ph type="sldNum" sz="quarter" idx="4"/>
          </p:nvPr>
        </p:nvSpPr>
        <p:spPr>
          <a:xfrm>
            <a:off x="8610600" y="6356357"/>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8AFAB5-B382-4886-933F-9D3BD7B1C019}" type="slidenum">
              <a:rPr lang="en-US" smtClean="0"/>
              <a:t>‹#›</a:t>
            </a:fld>
            <a:endParaRPr lang="en-US"/>
          </a:p>
        </p:txBody>
      </p:sp>
      <p:pic>
        <p:nvPicPr>
          <p:cNvPr id="9" name="Picture 8">
            <a:extLst>
              <a:ext uri="{FF2B5EF4-FFF2-40B4-BE49-F238E27FC236}">
                <a16:creationId xmlns:a16="http://schemas.microsoft.com/office/drawing/2014/main" id="{C61197AA-3474-4535-A5DA-A0959125EC0B}"/>
              </a:ext>
            </a:extLst>
          </p:cNvPr>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92849" y="6490742"/>
            <a:ext cx="1371600" cy="278765"/>
          </a:xfrm>
          <a:prstGeom prst="rect">
            <a:avLst/>
          </a:prstGeom>
          <a:noFill/>
        </p:spPr>
      </p:pic>
    </p:spTree>
    <p:extLst>
      <p:ext uri="{BB962C8B-B14F-4D97-AF65-F5344CB8AC3E}">
        <p14:creationId xmlns:p14="http://schemas.microsoft.com/office/powerpoint/2010/main" val="1144535758"/>
      </p:ext>
    </p:extLst>
  </p:cSld>
  <p:clrMap bg1="lt1" tx1="dk1" bg2="lt2" tx2="dk2" accent1="accent1" accent2="accent2" accent3="accent3" accent4="accent4" accent5="accent5" accent6="accent6" hlink="hlink" folHlink="folHlink"/>
  <p:sldLayoutIdLst>
    <p:sldLayoutId id="2147485187" r:id="rId1"/>
    <p:sldLayoutId id="2147485188" r:id="rId2"/>
    <p:sldLayoutId id="2147485189" r:id="rId3"/>
    <p:sldLayoutId id="2147485190" r:id="rId4"/>
    <p:sldLayoutId id="2147485191" r:id="rId5"/>
    <p:sldLayoutId id="2147485192" r:id="rId6"/>
    <p:sldLayoutId id="2147485193" r:id="rId7"/>
    <p:sldLayoutId id="2147485194" r:id="rId8"/>
    <p:sldLayoutId id="2147485195" r:id="rId9"/>
  </p:sldLayoutIdLst>
  <p:hf hdr="0" ftr="0" dt="0"/>
  <p:txStyles>
    <p:titleStyle>
      <a:lvl1pPr algn="l" defTabSz="914400" rtl="0" eaLnBrk="1" latinLnBrk="0" hangingPunct="1">
        <a:lnSpc>
          <a:spcPct val="90000"/>
        </a:lnSpc>
        <a:spcBef>
          <a:spcPct val="0"/>
        </a:spcBef>
        <a:buNone/>
        <a:defRPr sz="2600" b="1"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BCCC815A-F2C9-434C-A69F-6B52C370B91D}"/>
              </a:ext>
            </a:extLst>
          </p:cNvPr>
          <p:cNvGraphicFramePr>
            <a:graphicFrameLocks noChangeAspect="1"/>
          </p:cNvGraphicFramePr>
          <p:nvPr userDrawn="1">
            <p:custDataLst>
              <p:tags r:id="rId19"/>
            </p:custDataLst>
            <p:extLst>
              <p:ext uri="{D42A27DB-BD31-4B8C-83A1-F6EECF244321}">
                <p14:modId xmlns:p14="http://schemas.microsoft.com/office/powerpoint/2010/main" val="15696863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1" imgW="395" imgH="396" progId="TCLayout.ActiveDocument.1">
                  <p:embed/>
                </p:oleObj>
              </mc:Choice>
              <mc:Fallback>
                <p:oleObj name="think-cell Slide" r:id="rId21" imgW="395" imgH="396" progId="TCLayout.ActiveDocument.1">
                  <p:embed/>
                  <p:pic>
                    <p:nvPicPr>
                      <p:cNvPr id="13" name="Object 12" hidden="1">
                        <a:extLst>
                          <a:ext uri="{FF2B5EF4-FFF2-40B4-BE49-F238E27FC236}">
                            <a16:creationId xmlns:a16="http://schemas.microsoft.com/office/drawing/2014/main" id="{BCCC815A-F2C9-434C-A69F-6B52C370B91D}"/>
                          </a:ext>
                        </a:extLst>
                      </p:cNvPr>
                      <p:cNvPicPr/>
                      <p:nvPr/>
                    </p:nvPicPr>
                    <p:blipFill>
                      <a:blip r:embed="rId22"/>
                      <a:stretch>
                        <a:fillRect/>
                      </a:stretch>
                    </p:blipFill>
                    <p:spPr>
                      <a:xfrm>
                        <a:off x="1588" y="1588"/>
                        <a:ext cx="1588" cy="1588"/>
                      </a:xfrm>
                      <a:prstGeom prst="rect">
                        <a:avLst/>
                      </a:prstGeom>
                    </p:spPr>
                  </p:pic>
                </p:oleObj>
              </mc:Fallback>
            </mc:AlternateContent>
          </a:graphicData>
        </a:graphic>
      </p:graphicFrame>
      <p:sp>
        <p:nvSpPr>
          <p:cNvPr id="12" name="Rectangle 11" hidden="1">
            <a:extLst>
              <a:ext uri="{FF2B5EF4-FFF2-40B4-BE49-F238E27FC236}">
                <a16:creationId xmlns:a16="http://schemas.microsoft.com/office/drawing/2014/main" id="{7E99BCBC-83A5-40D0-8DE3-4DB102CDECA1}"/>
              </a:ext>
            </a:extLst>
          </p:cNvPr>
          <p:cNvSpPr/>
          <p:nvPr userDrawn="1">
            <p:custDataLst>
              <p:tags r:id="rId20"/>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4400" b="0" i="0" baseline="0">
              <a:latin typeface="Calibri Light" panose="020F0302020204030204" pitchFamily="34" charset="0"/>
              <a:ea typeface="+mj-ea"/>
              <a:cs typeface="+mj-cs"/>
              <a:sym typeface="Calibri Light" panose="020F0302020204030204" pitchFamily="34" charset="0"/>
            </a:endParaRPr>
          </a:p>
        </p:txBody>
      </p:sp>
      <p:sp>
        <p:nvSpPr>
          <p:cNvPr id="3" name="Text Placeholder 2"/>
          <p:cNvSpPr>
            <a:spLocks noGrp="1"/>
          </p:cNvSpPr>
          <p:nvPr>
            <p:ph type="body" idx="1"/>
          </p:nvPr>
        </p:nvSpPr>
        <p:spPr>
          <a:xfrm>
            <a:off x="371475" y="1361621"/>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6/5/2024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0A9334-4E67-F94F-A05E-0CE8B74A054E}" type="slidenum">
              <a:rPr lang="en-US" smtClean="0"/>
              <a:pPr/>
              <a:t>‹#›</a:t>
            </a:fld>
            <a:endParaRPr lang="en-US"/>
          </a:p>
        </p:txBody>
      </p:sp>
      <p:sp>
        <p:nvSpPr>
          <p:cNvPr id="7" name="Rectangle 6" descr="&quot;&quot;">
            <a:extLst>
              <a:ext uri="{FF2B5EF4-FFF2-40B4-BE49-F238E27FC236}">
                <a16:creationId xmlns:a16="http://schemas.microsoft.com/office/drawing/2014/main" id="{9A344643-0805-4A78-8519-399E280674A5}"/>
              </a:ext>
            </a:extLst>
          </p:cNvPr>
          <p:cNvSpPr/>
          <p:nvPr userDrawn="1"/>
        </p:nvSpPr>
        <p:spPr>
          <a:xfrm>
            <a:off x="0" y="0"/>
            <a:ext cx="12192000" cy="872671"/>
          </a:xfrm>
          <a:prstGeom prst="rect">
            <a:avLst/>
          </a:prstGeom>
          <a:solidFill>
            <a:srgbClr val="002F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a:extLst>
              <a:ext uri="{FF2B5EF4-FFF2-40B4-BE49-F238E27FC236}">
                <a16:creationId xmlns:a16="http://schemas.microsoft.com/office/drawing/2014/main" id="{451C4A79-7B67-4263-9C21-0F0F093D2ECB}"/>
              </a:ext>
            </a:extLst>
          </p:cNvPr>
          <p:cNvSpPr/>
          <p:nvPr userDrawn="1"/>
        </p:nvSpPr>
        <p:spPr>
          <a:xfrm>
            <a:off x="0" y="6140681"/>
            <a:ext cx="12192000" cy="731839"/>
          </a:xfrm>
          <a:prstGeom prst="rect">
            <a:avLst/>
          </a:prstGeom>
          <a:solidFill>
            <a:srgbClr val="002F56"/>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defTabSz="457200"/>
            <a:endParaRPr lang="en-US" sz="1800">
              <a:solidFill>
                <a:prstClr val="white"/>
              </a:solidFill>
            </a:endParaRPr>
          </a:p>
        </p:txBody>
      </p:sp>
      <p:pic>
        <p:nvPicPr>
          <p:cNvPr id="9" name="Picture 2" descr="Choose VA logo">
            <a:extLst>
              <a:ext uri="{FF2B5EF4-FFF2-40B4-BE49-F238E27FC236}">
                <a16:creationId xmlns:a16="http://schemas.microsoft.com/office/drawing/2014/main" id="{ED68DA6A-5DF1-4139-9A45-26BF50A0D2A3}"/>
              </a:ext>
            </a:extLst>
          </p:cNvPr>
          <p:cNvPicPr>
            <a:picLocks noChangeAspect="1" noChangeArrowheads="1"/>
          </p:cNvPicPr>
          <p:nvPr userDrawn="1"/>
        </p:nvPicPr>
        <p:blipFill>
          <a:blip r:embed="rId23" cstate="screen">
            <a:extLst>
              <a:ext uri="{28A0092B-C50C-407E-A947-70E740481C1C}">
                <a14:useLocalDpi xmlns:a14="http://schemas.microsoft.com/office/drawing/2010/main"/>
              </a:ext>
            </a:extLst>
          </a:blip>
          <a:srcRect/>
          <a:stretch>
            <a:fillRect/>
          </a:stretch>
        </p:blipFill>
        <p:spPr bwMode="auto">
          <a:xfrm>
            <a:off x="203201" y="6191250"/>
            <a:ext cx="2368550" cy="54864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Seal and logo for the U.S. Department of Veterans Affairs">
            <a:extLst>
              <a:ext uri="{FF2B5EF4-FFF2-40B4-BE49-F238E27FC236}">
                <a16:creationId xmlns:a16="http://schemas.microsoft.com/office/drawing/2014/main" id="{89C54729-2C98-4A73-B5EB-4446016F3463}"/>
              </a:ext>
            </a:extLst>
          </p:cNvPr>
          <p:cNvPicPr>
            <a:picLocks noChangeAspect="1"/>
          </p:cNvPicPr>
          <p:nvPr userDrawn="1"/>
        </p:nvPicPr>
        <p:blipFill>
          <a:blip r:embed="rId24" cstate="screen">
            <a:extLst>
              <a:ext uri="{28A0092B-C50C-407E-A947-70E740481C1C}">
                <a14:useLocalDpi xmlns:a14="http://schemas.microsoft.com/office/drawing/2010/main"/>
              </a:ext>
            </a:extLst>
          </a:blip>
          <a:stretch>
            <a:fillRect/>
          </a:stretch>
        </p:blipFill>
        <p:spPr>
          <a:xfrm>
            <a:off x="8743950" y="6184206"/>
            <a:ext cx="2940051" cy="641708"/>
          </a:xfrm>
          <a:prstGeom prst="rect">
            <a:avLst/>
          </a:prstGeom>
        </p:spPr>
      </p:pic>
      <p:sp>
        <p:nvSpPr>
          <p:cNvPr id="2" name="Title Placeholder 1"/>
          <p:cNvSpPr>
            <a:spLocks noGrp="1"/>
          </p:cNvSpPr>
          <p:nvPr>
            <p:ph type="title"/>
          </p:nvPr>
        </p:nvSpPr>
        <p:spPr>
          <a:xfrm>
            <a:off x="390525" y="97245"/>
            <a:ext cx="10515600" cy="680223"/>
          </a:xfrm>
          <a:prstGeom prst="rect">
            <a:avLst/>
          </a:prstGeom>
        </p:spPr>
        <p:txBody>
          <a:bodyPr vert="horz" lIns="91440" tIns="45720" rIns="91440" bIns="45720" rtlCol="0" anchor="ctr">
            <a:noAutofit/>
          </a:bodyPr>
          <a:lstStyle/>
          <a:p>
            <a:r>
              <a:rPr lang="en-US"/>
              <a:t>Click to edit Master title style</a:t>
            </a:r>
          </a:p>
        </p:txBody>
      </p:sp>
    </p:spTree>
    <p:extLst>
      <p:ext uri="{BB962C8B-B14F-4D97-AF65-F5344CB8AC3E}">
        <p14:creationId xmlns:p14="http://schemas.microsoft.com/office/powerpoint/2010/main" val="4193702435"/>
      </p:ext>
    </p:extLst>
  </p:cSld>
  <p:clrMap bg1="lt1" tx1="dk1" bg2="lt2" tx2="dk2" accent1="accent1" accent2="accent2" accent3="accent3" accent4="accent4" accent5="accent5" accent6="accent6" hlink="hlink" folHlink="folHlink"/>
  <p:sldLayoutIdLst>
    <p:sldLayoutId id="2147483935" r:id="rId1"/>
    <p:sldLayoutId id="2147483801" r:id="rId2"/>
    <p:sldLayoutId id="2147483911" r:id="rId3"/>
    <p:sldLayoutId id="2147483936" r:id="rId4"/>
    <p:sldLayoutId id="2147483937" r:id="rId5"/>
    <p:sldLayoutId id="2147483912" r:id="rId6"/>
    <p:sldLayoutId id="2147483933" r:id="rId7"/>
    <p:sldLayoutId id="2147483802" r:id="rId8"/>
    <p:sldLayoutId id="2147483803" r:id="rId9"/>
    <p:sldLayoutId id="2147483804" r:id="rId10"/>
    <p:sldLayoutId id="2147483805" r:id="rId11"/>
    <p:sldLayoutId id="2147483806" r:id="rId12"/>
    <p:sldLayoutId id="2147483807" r:id="rId13"/>
    <p:sldLayoutId id="2147483808" r:id="rId14"/>
    <p:sldLayoutId id="2147483809" r:id="rId15"/>
    <p:sldLayoutId id="2147483810" r:id="rId16"/>
    <p:sldLayoutId id="2147483811" r:id="rId17"/>
  </p:sldLayoutIdLst>
  <p:hf hdr="0" ftr="0" dt="0"/>
  <p:txStyles>
    <p:titleStyle>
      <a:lvl1pPr algn="l" defTabSz="914400" rtl="0" eaLnBrk="1" latinLnBrk="0" hangingPunct="1">
        <a:lnSpc>
          <a:spcPct val="90000"/>
        </a:lnSpc>
        <a:spcBef>
          <a:spcPct val="0"/>
        </a:spcBef>
        <a:buNone/>
        <a:defRPr sz="36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8.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tags" Target="../tags/tag28.xml"/><Relationship Id="rId5" Type="http://schemas.openxmlformats.org/officeDocument/2006/relationships/image" Target="../media/image1.emf"/><Relationship Id="rId4" Type="http://schemas.openxmlformats.org/officeDocument/2006/relationships/oleObject" Target="../embeddings/oleObject19.bin"/></Relationships>
</file>

<file path=ppt/slides/_rels/slide4.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tags" Target="../tags/tag29.xml"/><Relationship Id="rId6" Type="http://schemas.openxmlformats.org/officeDocument/2006/relationships/image" Target="../media/image16.png"/><Relationship Id="rId5" Type="http://schemas.openxmlformats.org/officeDocument/2006/relationships/image" Target="../media/image4.emf"/><Relationship Id="rId4" Type="http://schemas.openxmlformats.org/officeDocument/2006/relationships/oleObject" Target="../embeddings/oleObject20.bin"/></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8" Type="http://schemas.openxmlformats.org/officeDocument/2006/relationships/image" Target="../media/image23.svg"/><Relationship Id="rId13" Type="http://schemas.openxmlformats.org/officeDocument/2006/relationships/hyperlink" Target="https://www.research.va.gov/about/strategic_priorities.cfm" TargetMode="External"/><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svg"/><Relationship Id="rId2" Type="http://schemas.openxmlformats.org/officeDocument/2006/relationships/notesSlide" Target="../notesSlides/notesSlide7.xml"/><Relationship Id="rId1" Type="http://schemas.openxmlformats.org/officeDocument/2006/relationships/slideLayout" Target="../slideLayouts/slideLayout14.xml"/><Relationship Id="rId6" Type="http://schemas.openxmlformats.org/officeDocument/2006/relationships/image" Target="../media/image21.sv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svg"/><Relationship Id="rId4" Type="http://schemas.openxmlformats.org/officeDocument/2006/relationships/image" Target="../media/image19.svg"/><Relationship Id="rId9" Type="http://schemas.openxmlformats.org/officeDocument/2006/relationships/image" Target="../media/image24.png"/></Relationships>
</file>

<file path=ppt/slides/_rels/slide9.xml.rels><?xml version="1.0" encoding="UTF-8" standalone="yes"?>
<Relationships xmlns="http://schemas.openxmlformats.org/package/2006/relationships"><Relationship Id="rId8" Type="http://schemas.openxmlformats.org/officeDocument/2006/relationships/image" Target="../media/image33.jpg"/><Relationship Id="rId3" Type="http://schemas.openxmlformats.org/officeDocument/2006/relationships/image" Target="../media/image28.jpg"/><Relationship Id="rId7"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14.xml"/><Relationship Id="rId6" Type="http://schemas.openxmlformats.org/officeDocument/2006/relationships/image" Target="../media/image31.png"/><Relationship Id="rId5" Type="http://schemas.openxmlformats.org/officeDocument/2006/relationships/image" Target="../media/image30.svg"/><Relationship Id="rId10" Type="http://schemas.openxmlformats.org/officeDocument/2006/relationships/image" Target="../media/image35.jpeg"/><Relationship Id="rId4" Type="http://schemas.openxmlformats.org/officeDocument/2006/relationships/image" Target="../media/image29.png"/><Relationship Id="rId9" Type="http://schemas.openxmlformats.org/officeDocument/2006/relationships/image" Target="../media/image34.jpg"/></Relationships>
</file>

<file path=ppt/slides/_rels/slide10.xml.rels><?xml version="1.0" encoding="UTF-8" standalone="yes"?>
<Relationships xmlns="http://schemas.openxmlformats.org/package/2006/relationships"><Relationship Id="rId13" Type="http://schemas.openxmlformats.org/officeDocument/2006/relationships/image" Target="../media/image47.svg"/><Relationship Id="rId18" Type="http://schemas.openxmlformats.org/officeDocument/2006/relationships/image" Target="../media/image52.png"/><Relationship Id="rId26" Type="http://schemas.openxmlformats.org/officeDocument/2006/relationships/image" Target="../media/image60.png"/><Relationship Id="rId39" Type="http://schemas.openxmlformats.org/officeDocument/2006/relationships/image" Target="../media/image73.svg"/><Relationship Id="rId21" Type="http://schemas.openxmlformats.org/officeDocument/2006/relationships/image" Target="../media/image55.svg"/><Relationship Id="rId34" Type="http://schemas.openxmlformats.org/officeDocument/2006/relationships/image" Target="../media/image68.svg"/><Relationship Id="rId42" Type="http://schemas.openxmlformats.org/officeDocument/2006/relationships/image" Target="../media/image76.svg"/><Relationship Id="rId47" Type="http://schemas.openxmlformats.org/officeDocument/2006/relationships/image" Target="../media/image81.png"/><Relationship Id="rId50" Type="http://schemas.openxmlformats.org/officeDocument/2006/relationships/image" Target="../media/image84.svg"/><Relationship Id="rId55" Type="http://schemas.openxmlformats.org/officeDocument/2006/relationships/image" Target="../media/image89.png"/><Relationship Id="rId7" Type="http://schemas.openxmlformats.org/officeDocument/2006/relationships/image" Target="../media/image41.svg"/><Relationship Id="rId2" Type="http://schemas.openxmlformats.org/officeDocument/2006/relationships/image" Target="../media/image36.png"/><Relationship Id="rId16" Type="http://schemas.openxmlformats.org/officeDocument/2006/relationships/image" Target="../media/image50.png"/><Relationship Id="rId20" Type="http://schemas.openxmlformats.org/officeDocument/2006/relationships/image" Target="../media/image54.png"/><Relationship Id="rId29" Type="http://schemas.openxmlformats.org/officeDocument/2006/relationships/image" Target="../media/image63.svg"/><Relationship Id="rId41" Type="http://schemas.openxmlformats.org/officeDocument/2006/relationships/image" Target="../media/image75.png"/><Relationship Id="rId54" Type="http://schemas.openxmlformats.org/officeDocument/2006/relationships/image" Target="../media/image88.svg"/><Relationship Id="rId62" Type="http://schemas.openxmlformats.org/officeDocument/2006/relationships/image" Target="../media/image96.svg"/><Relationship Id="rId1" Type="http://schemas.openxmlformats.org/officeDocument/2006/relationships/slideLayout" Target="../slideLayouts/slideLayout12.xml"/><Relationship Id="rId6" Type="http://schemas.openxmlformats.org/officeDocument/2006/relationships/image" Target="../media/image40.png"/><Relationship Id="rId11" Type="http://schemas.openxmlformats.org/officeDocument/2006/relationships/image" Target="../media/image45.svg"/><Relationship Id="rId24" Type="http://schemas.openxmlformats.org/officeDocument/2006/relationships/image" Target="../media/image58.png"/><Relationship Id="rId32" Type="http://schemas.openxmlformats.org/officeDocument/2006/relationships/image" Target="../media/image66.svg"/><Relationship Id="rId37" Type="http://schemas.openxmlformats.org/officeDocument/2006/relationships/image" Target="../media/image71.svg"/><Relationship Id="rId40" Type="http://schemas.openxmlformats.org/officeDocument/2006/relationships/image" Target="../media/image74.svg"/><Relationship Id="rId45" Type="http://schemas.openxmlformats.org/officeDocument/2006/relationships/image" Target="../media/image79.png"/><Relationship Id="rId53" Type="http://schemas.openxmlformats.org/officeDocument/2006/relationships/image" Target="../media/image87.png"/><Relationship Id="rId58" Type="http://schemas.openxmlformats.org/officeDocument/2006/relationships/image" Target="../media/image92.svg"/><Relationship Id="rId5" Type="http://schemas.openxmlformats.org/officeDocument/2006/relationships/image" Target="../media/image39.svg"/><Relationship Id="rId15" Type="http://schemas.openxmlformats.org/officeDocument/2006/relationships/image" Target="../media/image49.svg"/><Relationship Id="rId23" Type="http://schemas.openxmlformats.org/officeDocument/2006/relationships/image" Target="../media/image57.svg"/><Relationship Id="rId28" Type="http://schemas.openxmlformats.org/officeDocument/2006/relationships/image" Target="../media/image62.png"/><Relationship Id="rId36" Type="http://schemas.openxmlformats.org/officeDocument/2006/relationships/image" Target="../media/image70.png"/><Relationship Id="rId49" Type="http://schemas.openxmlformats.org/officeDocument/2006/relationships/image" Target="../media/image83.png"/><Relationship Id="rId57" Type="http://schemas.openxmlformats.org/officeDocument/2006/relationships/image" Target="../media/image91.png"/><Relationship Id="rId61" Type="http://schemas.openxmlformats.org/officeDocument/2006/relationships/image" Target="../media/image95.png"/><Relationship Id="rId10" Type="http://schemas.openxmlformats.org/officeDocument/2006/relationships/image" Target="../media/image44.png"/><Relationship Id="rId19" Type="http://schemas.openxmlformats.org/officeDocument/2006/relationships/image" Target="../media/image53.svg"/><Relationship Id="rId31" Type="http://schemas.openxmlformats.org/officeDocument/2006/relationships/image" Target="../media/image65.png"/><Relationship Id="rId44" Type="http://schemas.openxmlformats.org/officeDocument/2006/relationships/image" Target="../media/image78.svg"/><Relationship Id="rId52" Type="http://schemas.openxmlformats.org/officeDocument/2006/relationships/image" Target="../media/image86.svg"/><Relationship Id="rId60" Type="http://schemas.openxmlformats.org/officeDocument/2006/relationships/image" Target="../media/image94.svg"/><Relationship Id="rId4" Type="http://schemas.openxmlformats.org/officeDocument/2006/relationships/image" Target="../media/image38.png"/><Relationship Id="rId9" Type="http://schemas.openxmlformats.org/officeDocument/2006/relationships/image" Target="../media/image43.svg"/><Relationship Id="rId14" Type="http://schemas.openxmlformats.org/officeDocument/2006/relationships/image" Target="../media/image48.png"/><Relationship Id="rId22" Type="http://schemas.openxmlformats.org/officeDocument/2006/relationships/image" Target="../media/image56.png"/><Relationship Id="rId27" Type="http://schemas.openxmlformats.org/officeDocument/2006/relationships/image" Target="../media/image61.svg"/><Relationship Id="rId30" Type="http://schemas.openxmlformats.org/officeDocument/2006/relationships/image" Target="../media/image64.svg"/><Relationship Id="rId35" Type="http://schemas.openxmlformats.org/officeDocument/2006/relationships/image" Target="../media/image69.svg"/><Relationship Id="rId43" Type="http://schemas.openxmlformats.org/officeDocument/2006/relationships/image" Target="../media/image77.svg"/><Relationship Id="rId48" Type="http://schemas.openxmlformats.org/officeDocument/2006/relationships/image" Target="../media/image82.svg"/><Relationship Id="rId56" Type="http://schemas.openxmlformats.org/officeDocument/2006/relationships/image" Target="../media/image90.svg"/><Relationship Id="rId8" Type="http://schemas.openxmlformats.org/officeDocument/2006/relationships/image" Target="../media/image42.png"/><Relationship Id="rId51" Type="http://schemas.openxmlformats.org/officeDocument/2006/relationships/image" Target="../media/image85.png"/><Relationship Id="rId3" Type="http://schemas.openxmlformats.org/officeDocument/2006/relationships/image" Target="../media/image37.svg"/><Relationship Id="rId12" Type="http://schemas.openxmlformats.org/officeDocument/2006/relationships/image" Target="../media/image46.png"/><Relationship Id="rId17" Type="http://schemas.openxmlformats.org/officeDocument/2006/relationships/image" Target="../media/image51.svg"/><Relationship Id="rId25" Type="http://schemas.openxmlformats.org/officeDocument/2006/relationships/image" Target="../media/image59.svg"/><Relationship Id="rId33" Type="http://schemas.openxmlformats.org/officeDocument/2006/relationships/image" Target="../media/image67.png"/><Relationship Id="rId38" Type="http://schemas.openxmlformats.org/officeDocument/2006/relationships/image" Target="../media/image72.png"/><Relationship Id="rId46" Type="http://schemas.openxmlformats.org/officeDocument/2006/relationships/image" Target="../media/image80.svg"/><Relationship Id="rId59" Type="http://schemas.openxmlformats.org/officeDocument/2006/relationships/image" Target="../media/image9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8" Type="http://schemas.openxmlformats.org/officeDocument/2006/relationships/image" Target="../media/image98.svg"/><Relationship Id="rId3" Type="http://schemas.openxmlformats.org/officeDocument/2006/relationships/slideLayout" Target="../slideLayouts/slideLayout22.xml"/><Relationship Id="rId7" Type="http://schemas.openxmlformats.org/officeDocument/2006/relationships/image" Target="../media/image97.png"/><Relationship Id="rId12" Type="http://schemas.openxmlformats.org/officeDocument/2006/relationships/image" Target="../media/image102.svg"/><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image" Target="../media/image4.emf"/><Relationship Id="rId11" Type="http://schemas.openxmlformats.org/officeDocument/2006/relationships/image" Target="../media/image101.png"/><Relationship Id="rId5" Type="http://schemas.openxmlformats.org/officeDocument/2006/relationships/oleObject" Target="../embeddings/oleObject21.bin"/><Relationship Id="rId10" Type="http://schemas.openxmlformats.org/officeDocument/2006/relationships/image" Target="../media/image100.svg"/><Relationship Id="rId4" Type="http://schemas.openxmlformats.org/officeDocument/2006/relationships/notesSlide" Target="../notesSlides/notesSlide10.xml"/><Relationship Id="rId9" Type="http://schemas.openxmlformats.org/officeDocument/2006/relationships/image" Target="../media/image9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12.xml"/><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3" Type="http://schemas.openxmlformats.org/officeDocument/2006/relationships/image" Target="../media/image105.svg"/><Relationship Id="rId2" Type="http://schemas.openxmlformats.org/officeDocument/2006/relationships/image" Target="../media/image104.png"/><Relationship Id="rId1" Type="http://schemas.openxmlformats.org/officeDocument/2006/relationships/slideLayout" Target="../slideLayouts/slideLayout13.xml"/><Relationship Id="rId5" Type="http://schemas.openxmlformats.org/officeDocument/2006/relationships/image" Target="../media/image107.svg"/><Relationship Id="rId4" Type="http://schemas.openxmlformats.org/officeDocument/2006/relationships/image" Target="../media/image10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C394028-3C7F-43DE-B331-82F599429FA9}"/>
              </a:ext>
            </a:extLst>
          </p:cNvPr>
          <p:cNvSpPr txBox="1"/>
          <p:nvPr/>
        </p:nvSpPr>
        <p:spPr>
          <a:xfrm>
            <a:off x="2606421" y="4373118"/>
            <a:ext cx="7143750" cy="1477328"/>
          </a:xfrm>
          <a:prstGeom prst="rect">
            <a:avLst/>
          </a:prstGeom>
          <a:noFill/>
        </p:spPr>
        <p:txBody>
          <a:bodyPr wrap="square" lIns="91440" tIns="45720" rIns="91440" bIns="45720" rtlCol="0" anchor="t">
            <a:spAutoFit/>
          </a:bodyPr>
          <a:lstStyle/>
          <a:p>
            <a:pPr algn="ctr" defTabSz="457200">
              <a:defRPr/>
            </a:pPr>
            <a:r>
              <a:rPr lang="en-US" dirty="0">
                <a:ea typeface="+mn-ea"/>
                <a:cs typeface="+mn-cs"/>
              </a:rPr>
              <a:t>Wendy </a:t>
            </a:r>
            <a:r>
              <a:rPr lang="en-US" dirty="0" err="1">
                <a:ea typeface="+mn-ea"/>
                <a:cs typeface="+mn-cs"/>
              </a:rPr>
              <a:t>Tenhula</a:t>
            </a:r>
            <a:endParaRPr lang="en-US" dirty="0"/>
          </a:p>
          <a:p>
            <a:pPr algn="ctr" defTabSz="457200">
              <a:defRPr/>
            </a:pPr>
            <a:r>
              <a:rPr lang="en-US" dirty="0">
                <a:ea typeface="+mn-ea"/>
                <a:cs typeface="+mn-cs"/>
              </a:rPr>
              <a:t>Deputy Chief Research and Development Officer</a:t>
            </a:r>
          </a:p>
          <a:p>
            <a:pPr algn="ctr" defTabSz="457200">
              <a:defRPr/>
            </a:pPr>
            <a:r>
              <a:rPr lang="en-US" dirty="0"/>
              <a:t>VHA Office of of Research and Development (ORD/14RD)</a:t>
            </a:r>
          </a:p>
          <a:p>
            <a:pPr algn="ctr" defTabSz="457200">
              <a:defRPr/>
            </a:pPr>
            <a:r>
              <a:rPr lang="en-US" dirty="0"/>
              <a:t> </a:t>
            </a:r>
            <a:endParaRPr lang="en-US" dirty="0">
              <a:ea typeface="+mn-ea"/>
              <a:cs typeface="+mn-cs"/>
            </a:endParaRPr>
          </a:p>
          <a:p>
            <a:pPr algn="ctr" defTabSz="457200">
              <a:defRPr/>
            </a:pPr>
            <a:r>
              <a:rPr lang="en-US" dirty="0"/>
              <a:t>March 13, </a:t>
            </a:r>
            <a:r>
              <a:rPr lang="en-US" dirty="0">
                <a:ea typeface="+mn-ea"/>
                <a:cs typeface="+mn-cs"/>
              </a:rPr>
              <a:t>2023</a:t>
            </a:r>
          </a:p>
        </p:txBody>
      </p:sp>
      <p:sp>
        <p:nvSpPr>
          <p:cNvPr id="2" name="Title 1">
            <a:extLst>
              <a:ext uri="{FF2B5EF4-FFF2-40B4-BE49-F238E27FC236}">
                <a16:creationId xmlns:a16="http://schemas.microsoft.com/office/drawing/2014/main" id="{A9AFB174-9D62-2046-4558-1C20EEF9788A}"/>
              </a:ext>
            </a:extLst>
          </p:cNvPr>
          <p:cNvSpPr>
            <a:spLocks noGrp="1"/>
          </p:cNvSpPr>
          <p:nvPr>
            <p:ph type="ctrTitle"/>
          </p:nvPr>
        </p:nvSpPr>
        <p:spPr/>
        <p:txBody>
          <a:bodyPr>
            <a:normAutofit/>
          </a:bodyPr>
          <a:lstStyle/>
          <a:p>
            <a:r>
              <a:rPr lang="en-US" b="0" dirty="0">
                <a:cs typeface="Calibri Light"/>
              </a:rPr>
              <a:t>Office of Research and Development (ORD)</a:t>
            </a:r>
            <a:endParaRPr lang="en-US" dirty="0"/>
          </a:p>
        </p:txBody>
      </p:sp>
    </p:spTree>
    <p:extLst>
      <p:ext uri="{BB962C8B-B14F-4D97-AF65-F5344CB8AC3E}">
        <p14:creationId xmlns:p14="http://schemas.microsoft.com/office/powerpoint/2010/main" val="32979249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A0C051-F247-6444-9754-135C3BCC6C8A}"/>
              </a:ext>
            </a:extLst>
          </p:cNvPr>
          <p:cNvSpPr>
            <a:spLocks noGrp="1"/>
          </p:cNvSpPr>
          <p:nvPr>
            <p:ph idx="1"/>
          </p:nvPr>
        </p:nvSpPr>
        <p:spPr>
          <a:xfrm>
            <a:off x="1981200" y="1250948"/>
            <a:ext cx="8229600" cy="5287964"/>
          </a:xfrm>
        </p:spPr>
        <p:txBody>
          <a:bodyPr>
            <a:normAutofit/>
          </a:bodyPr>
          <a:lstStyle/>
          <a:p>
            <a:pPr marL="457200" indent="-457200">
              <a:spcAft>
                <a:spcPts val="1200"/>
              </a:spcAft>
              <a:buFont typeface="+mj-lt"/>
              <a:buAutoNum type="arabicPeriod"/>
            </a:pPr>
            <a:r>
              <a:rPr lang="en-US" sz="2400" dirty="0"/>
              <a:t>Develop, maintain, and operate a national health care delivery system for eligible Veterans</a:t>
            </a:r>
          </a:p>
          <a:p>
            <a:pPr marL="457200" indent="-457200">
              <a:spcAft>
                <a:spcPts val="1200"/>
              </a:spcAft>
              <a:buFont typeface="+mj-lt"/>
              <a:buAutoNum type="arabicPeriod"/>
            </a:pPr>
            <a:r>
              <a:rPr lang="en-US" sz="2400" b="1" dirty="0"/>
              <a:t>Support research to benefit veterans and the larger society</a:t>
            </a:r>
            <a:endParaRPr lang="en-US" sz="2400" dirty="0"/>
          </a:p>
          <a:p>
            <a:pPr marL="457200" indent="-457200">
              <a:spcAft>
                <a:spcPts val="1200"/>
              </a:spcAft>
              <a:buFont typeface="+mj-lt"/>
              <a:buAutoNum type="arabicPeriod"/>
            </a:pPr>
            <a:r>
              <a:rPr lang="en-US" sz="2400" dirty="0"/>
              <a:t>Provide education for health care trainees</a:t>
            </a:r>
          </a:p>
          <a:p>
            <a:pPr marL="457200" indent="-457200">
              <a:spcAft>
                <a:spcPts val="1200"/>
              </a:spcAft>
              <a:buFont typeface="+mj-lt"/>
              <a:buAutoNum type="arabicPeriod"/>
            </a:pPr>
            <a:r>
              <a:rPr lang="en-US" sz="2400" dirty="0"/>
              <a:t>Contingency support during times of war or national emergency</a:t>
            </a:r>
          </a:p>
        </p:txBody>
      </p:sp>
      <p:sp>
        <p:nvSpPr>
          <p:cNvPr id="3" name="Slide Number Placeholder 2">
            <a:extLst>
              <a:ext uri="{FF2B5EF4-FFF2-40B4-BE49-F238E27FC236}">
                <a16:creationId xmlns:a16="http://schemas.microsoft.com/office/drawing/2014/main" id="{8DC91871-D3E4-384C-9D6B-BDABB04BC83A}"/>
              </a:ext>
            </a:extLst>
          </p:cNvPr>
          <p:cNvSpPr>
            <a:spLocks noGrp="1"/>
          </p:cNvSpPr>
          <p:nvPr>
            <p:ph type="sldNum" sz="quarter" idx="12"/>
          </p:nvPr>
        </p:nvSpPr>
        <p:spPr>
          <a:xfrm>
            <a:off x="9293994"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0A9334-4E67-F94F-A05E-0CE8B74A054E}" type="slidenum">
              <a:rPr lang="en-US" smtClean="0"/>
              <a:pPr/>
              <a:t>2</a:t>
            </a:fld>
            <a:endParaRPr lang="en-US">
              <a:solidFill>
                <a:prstClr val="white"/>
              </a:solidFill>
            </a:endParaRPr>
          </a:p>
        </p:txBody>
      </p:sp>
      <p:sp>
        <p:nvSpPr>
          <p:cNvPr id="4" name="Title 3">
            <a:extLst>
              <a:ext uri="{FF2B5EF4-FFF2-40B4-BE49-F238E27FC236}">
                <a16:creationId xmlns:a16="http://schemas.microsoft.com/office/drawing/2014/main" id="{1FD97265-3ED5-FF40-AE94-4C5621231911}"/>
              </a:ext>
            </a:extLst>
          </p:cNvPr>
          <p:cNvSpPr>
            <a:spLocks noGrp="1"/>
          </p:cNvSpPr>
          <p:nvPr>
            <p:ph type="title"/>
          </p:nvPr>
        </p:nvSpPr>
        <p:spPr/>
        <p:txBody>
          <a:bodyPr/>
          <a:lstStyle/>
          <a:p>
            <a:r>
              <a:rPr lang="en-US" dirty="0"/>
              <a:t>Research is one of VA’s Four Statutory Missions</a:t>
            </a:r>
          </a:p>
        </p:txBody>
      </p:sp>
      <p:graphicFrame>
        <p:nvGraphicFramePr>
          <p:cNvPr id="5" name="Diagram 4">
            <a:extLst>
              <a:ext uri="{FF2B5EF4-FFF2-40B4-BE49-F238E27FC236}">
                <a16:creationId xmlns:a16="http://schemas.microsoft.com/office/drawing/2014/main" id="{A5289602-2391-CE3C-3236-5F1AA1F11650}"/>
              </a:ext>
            </a:extLst>
          </p:cNvPr>
          <p:cNvGraphicFramePr/>
          <p:nvPr/>
        </p:nvGraphicFramePr>
        <p:xfrm>
          <a:off x="2461260" y="4416963"/>
          <a:ext cx="7269480" cy="132343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965625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520A0322-2A1C-4D66-A620-C282BAF3E9C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6" name="Object 5" hidden="1">
                        <a:extLst>
                          <a:ext uri="{FF2B5EF4-FFF2-40B4-BE49-F238E27FC236}">
                            <a16:creationId xmlns:a16="http://schemas.microsoft.com/office/drawing/2014/main" id="{520A0322-2A1C-4D66-A620-C282BAF3E9C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36A270E-BE67-4D46-A538-FA806F41ED5D}"/>
              </a:ext>
            </a:extLst>
          </p:cNvPr>
          <p:cNvSpPr>
            <a:spLocks noGrp="1"/>
          </p:cNvSpPr>
          <p:nvPr>
            <p:ph type="title"/>
          </p:nvPr>
        </p:nvSpPr>
        <p:spPr/>
        <p:txBody>
          <a:bodyPr vert="horz"/>
          <a:lstStyle/>
          <a:p>
            <a:r>
              <a:rPr lang="en-US" sz="2800" dirty="0">
                <a:latin typeface="+mn-lt"/>
              </a:rPr>
              <a:t>VA Research Mission</a:t>
            </a:r>
            <a:endParaRPr lang="en-US" sz="2800" dirty="0"/>
          </a:p>
        </p:txBody>
      </p:sp>
      <p:sp>
        <p:nvSpPr>
          <p:cNvPr id="4" name="Slide Number Placeholder 3">
            <a:extLst>
              <a:ext uri="{FF2B5EF4-FFF2-40B4-BE49-F238E27FC236}">
                <a16:creationId xmlns:a16="http://schemas.microsoft.com/office/drawing/2014/main" id="{7D01BB58-D642-4CDF-8751-22DDDCC41745}"/>
              </a:ext>
            </a:extLst>
          </p:cNvPr>
          <p:cNvSpPr>
            <a:spLocks noGrp="1"/>
          </p:cNvSpPr>
          <p:nvPr>
            <p:ph type="sldNum" sz="quarter" idx="12"/>
          </p:nvPr>
        </p:nvSpPr>
        <p:spPr/>
        <p:txBody>
          <a:bodyPr/>
          <a:lstStyle/>
          <a:p>
            <a:fld id="{FE09C639-C7C7-9848-BE32-492A9B56F14C}" type="slidenum">
              <a:rPr lang="en-US" smtClean="0"/>
              <a:t>3</a:t>
            </a:fld>
            <a:endParaRPr lang="en-US"/>
          </a:p>
        </p:txBody>
      </p:sp>
      <p:sp>
        <p:nvSpPr>
          <p:cNvPr id="24" name="Content Placeholder 2">
            <a:extLst>
              <a:ext uri="{FF2B5EF4-FFF2-40B4-BE49-F238E27FC236}">
                <a16:creationId xmlns:a16="http://schemas.microsoft.com/office/drawing/2014/main" id="{3CCA0FF1-E520-436D-A09C-46A1F11EA21B}"/>
              </a:ext>
            </a:extLst>
          </p:cNvPr>
          <p:cNvSpPr>
            <a:spLocks noGrp="1"/>
          </p:cNvSpPr>
          <p:nvPr>
            <p:ph idx="1"/>
          </p:nvPr>
        </p:nvSpPr>
        <p:spPr>
          <a:xfrm>
            <a:off x="2345626" y="1443633"/>
            <a:ext cx="8954386" cy="3970734"/>
          </a:xfrm>
        </p:spPr>
        <p:txBody>
          <a:bodyPr>
            <a:normAutofit/>
          </a:bodyPr>
          <a:lstStyle/>
          <a:p>
            <a:pPr marL="342900" indent="-342900">
              <a:buFont typeface="Arial" panose="020B0604020202020204" pitchFamily="34" charset="0"/>
              <a:buChar char="•"/>
            </a:pPr>
            <a:r>
              <a:rPr lang="en-US" sz="2000" b="1"/>
              <a:t>To improve Veteran</a:t>
            </a:r>
            <a:r>
              <a:rPr lang="en-US" altLang="ja-JP" sz="2000" b="1"/>
              <a:t>s’ health </a:t>
            </a:r>
            <a:r>
              <a:rPr lang="en-US" altLang="ja-JP" sz="2000"/>
              <a:t>and well-being via basic, translational, clinical, health services, and rehabilitation research. Apply scientific knowledge to develop effective individualized care solutions for Veterans</a:t>
            </a:r>
          </a:p>
          <a:p>
            <a:endParaRPr lang="en-US" altLang="ja-JP" sz="2000"/>
          </a:p>
          <a:p>
            <a:pPr marL="342900" indent="-342900">
              <a:buFont typeface="Arial" panose="020B0604020202020204" pitchFamily="34" charset="0"/>
              <a:buChar char="•"/>
            </a:pPr>
            <a:r>
              <a:rPr lang="en-US" sz="2000" b="1"/>
              <a:t>To attract, train, and retain the highest-caliber investigators</a:t>
            </a:r>
            <a:r>
              <a:rPr lang="en-US" sz="2000"/>
              <a:t>, and nurture their development as leaders in their fields</a:t>
            </a:r>
          </a:p>
          <a:p>
            <a:endParaRPr lang="en-US" sz="2000"/>
          </a:p>
          <a:p>
            <a:pPr marL="342900" indent="-342900">
              <a:buFont typeface="Arial" panose="020B0604020202020204" pitchFamily="34" charset="0"/>
              <a:buChar char="•"/>
            </a:pPr>
            <a:r>
              <a:rPr lang="en-US" sz="2000" b="1"/>
              <a:t>To assure a culture of professionalism, collaboration, accountability, and the highest regard for research volunteers</a:t>
            </a:r>
            <a:r>
              <a:rPr lang="ja-JP" altLang="en-US" sz="2000" b="1"/>
              <a:t>’</a:t>
            </a:r>
            <a:r>
              <a:rPr lang="en-US" altLang="ja-JP" sz="2000" b="1"/>
              <a:t> safety and privacy</a:t>
            </a:r>
            <a:endParaRPr lang="en-US" sz="2000"/>
          </a:p>
          <a:p>
            <a:pPr marL="0" indent="0">
              <a:buNone/>
            </a:pPr>
            <a:endParaRPr lang="en-US" sz="2000"/>
          </a:p>
        </p:txBody>
      </p:sp>
      <p:sp>
        <p:nvSpPr>
          <p:cNvPr id="8" name="Freeform 1094">
            <a:extLst>
              <a:ext uri="{FF2B5EF4-FFF2-40B4-BE49-F238E27FC236}">
                <a16:creationId xmlns:a16="http://schemas.microsoft.com/office/drawing/2014/main" id="{AA764E1B-96B6-4138-9B3C-4EB6223C2597}"/>
              </a:ext>
            </a:extLst>
          </p:cNvPr>
          <p:cNvSpPr>
            <a:spLocks noChangeAspect="1"/>
          </p:cNvSpPr>
          <p:nvPr/>
        </p:nvSpPr>
        <p:spPr bwMode="auto">
          <a:xfrm>
            <a:off x="1289024" y="1338858"/>
            <a:ext cx="589420" cy="822960"/>
          </a:xfrm>
          <a:custGeom>
            <a:avLst/>
            <a:gdLst>
              <a:gd name="T0" fmla="*/ 315 w 337"/>
              <a:gd name="T1" fmla="*/ 169 h 462"/>
              <a:gd name="T2" fmla="*/ 252 w 337"/>
              <a:gd name="T3" fmla="*/ 169 h 462"/>
              <a:gd name="T4" fmla="*/ 252 w 337"/>
              <a:gd name="T5" fmla="*/ 451 h 462"/>
              <a:gd name="T6" fmla="*/ 241 w 337"/>
              <a:gd name="T7" fmla="*/ 462 h 462"/>
              <a:gd name="T8" fmla="*/ 11 w 337"/>
              <a:gd name="T9" fmla="*/ 462 h 462"/>
              <a:gd name="T10" fmla="*/ 2 w 337"/>
              <a:gd name="T11" fmla="*/ 456 h 462"/>
              <a:gd name="T12" fmla="*/ 3 w 337"/>
              <a:gd name="T13" fmla="*/ 444 h 462"/>
              <a:gd name="T14" fmla="*/ 55 w 337"/>
              <a:gd name="T15" fmla="*/ 382 h 462"/>
              <a:gd name="T16" fmla="*/ 64 w 337"/>
              <a:gd name="T17" fmla="*/ 378 h 462"/>
              <a:gd name="T18" fmla="*/ 168 w 337"/>
              <a:gd name="T19" fmla="*/ 378 h 462"/>
              <a:gd name="T20" fmla="*/ 168 w 337"/>
              <a:gd name="T21" fmla="*/ 169 h 462"/>
              <a:gd name="T22" fmla="*/ 105 w 337"/>
              <a:gd name="T23" fmla="*/ 169 h 462"/>
              <a:gd name="T24" fmla="*/ 86 w 337"/>
              <a:gd name="T25" fmla="*/ 157 h 462"/>
              <a:gd name="T26" fmla="*/ 89 w 337"/>
              <a:gd name="T27" fmla="*/ 135 h 462"/>
              <a:gd name="T28" fmla="*/ 194 w 337"/>
              <a:gd name="T29" fmla="*/ 9 h 462"/>
              <a:gd name="T30" fmla="*/ 226 w 337"/>
              <a:gd name="T31" fmla="*/ 9 h 462"/>
              <a:gd name="T32" fmla="*/ 331 w 337"/>
              <a:gd name="T33" fmla="*/ 135 h 462"/>
              <a:gd name="T34" fmla="*/ 333 w 337"/>
              <a:gd name="T35" fmla="*/ 157 h 462"/>
              <a:gd name="T36" fmla="*/ 315 w 337"/>
              <a:gd name="T37" fmla="*/ 169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37" h="462">
                <a:moveTo>
                  <a:pt x="315" y="169"/>
                </a:moveTo>
                <a:cubicBezTo>
                  <a:pt x="252" y="169"/>
                  <a:pt x="252" y="169"/>
                  <a:pt x="252" y="169"/>
                </a:cubicBezTo>
                <a:cubicBezTo>
                  <a:pt x="252" y="451"/>
                  <a:pt x="252" y="451"/>
                  <a:pt x="252" y="451"/>
                </a:cubicBezTo>
                <a:cubicBezTo>
                  <a:pt x="252" y="457"/>
                  <a:pt x="247" y="462"/>
                  <a:pt x="241" y="462"/>
                </a:cubicBezTo>
                <a:cubicBezTo>
                  <a:pt x="11" y="462"/>
                  <a:pt x="11" y="462"/>
                  <a:pt x="11" y="462"/>
                </a:cubicBezTo>
                <a:cubicBezTo>
                  <a:pt x="7" y="462"/>
                  <a:pt x="3" y="459"/>
                  <a:pt x="2" y="456"/>
                </a:cubicBezTo>
                <a:cubicBezTo>
                  <a:pt x="0" y="452"/>
                  <a:pt x="1" y="448"/>
                  <a:pt x="3" y="444"/>
                </a:cubicBezTo>
                <a:cubicBezTo>
                  <a:pt x="55" y="382"/>
                  <a:pt x="55" y="382"/>
                  <a:pt x="55" y="382"/>
                </a:cubicBezTo>
                <a:cubicBezTo>
                  <a:pt x="57" y="379"/>
                  <a:pt x="61" y="378"/>
                  <a:pt x="64" y="378"/>
                </a:cubicBezTo>
                <a:cubicBezTo>
                  <a:pt x="168" y="378"/>
                  <a:pt x="168" y="378"/>
                  <a:pt x="168" y="378"/>
                </a:cubicBezTo>
                <a:cubicBezTo>
                  <a:pt x="168" y="169"/>
                  <a:pt x="168" y="169"/>
                  <a:pt x="168" y="169"/>
                </a:cubicBezTo>
                <a:cubicBezTo>
                  <a:pt x="105" y="169"/>
                  <a:pt x="105" y="169"/>
                  <a:pt x="105" y="169"/>
                </a:cubicBezTo>
                <a:cubicBezTo>
                  <a:pt x="97" y="169"/>
                  <a:pt x="90" y="164"/>
                  <a:pt x="86" y="157"/>
                </a:cubicBezTo>
                <a:cubicBezTo>
                  <a:pt x="83" y="150"/>
                  <a:pt x="84" y="141"/>
                  <a:pt x="89" y="135"/>
                </a:cubicBezTo>
                <a:cubicBezTo>
                  <a:pt x="194" y="9"/>
                  <a:pt x="194" y="9"/>
                  <a:pt x="194" y="9"/>
                </a:cubicBezTo>
                <a:cubicBezTo>
                  <a:pt x="202" y="0"/>
                  <a:pt x="218" y="0"/>
                  <a:pt x="226" y="9"/>
                </a:cubicBezTo>
                <a:cubicBezTo>
                  <a:pt x="331" y="135"/>
                  <a:pt x="331" y="135"/>
                  <a:pt x="331" y="135"/>
                </a:cubicBezTo>
                <a:cubicBezTo>
                  <a:pt x="336" y="141"/>
                  <a:pt x="337" y="150"/>
                  <a:pt x="333" y="157"/>
                </a:cubicBezTo>
                <a:cubicBezTo>
                  <a:pt x="330" y="164"/>
                  <a:pt x="323" y="169"/>
                  <a:pt x="315" y="169"/>
                </a:cubicBezTo>
                <a:close/>
              </a:path>
            </a:pathLst>
          </a:custGeom>
          <a:solidFill>
            <a:srgbClr val="002060"/>
          </a:solidFill>
          <a:ln>
            <a:noFill/>
          </a:ln>
        </p:spPr>
        <p:txBody>
          <a:bodyPr vert="horz" wrap="square" lIns="91440" tIns="45720" rIns="91440" bIns="45720" numCol="1" anchor="t" anchorCtr="0" compatLnSpc="1">
            <a:prstTxWarp prst="textNoShape">
              <a:avLst/>
            </a:prstTxWarp>
          </a:bodyPr>
          <a:lstStyle/>
          <a:p>
            <a:endParaRPr lang="en-US"/>
          </a:p>
        </p:txBody>
      </p:sp>
      <p:sp>
        <p:nvSpPr>
          <p:cNvPr id="10" name="Freeform 1163">
            <a:extLst>
              <a:ext uri="{FF2B5EF4-FFF2-40B4-BE49-F238E27FC236}">
                <a16:creationId xmlns:a16="http://schemas.microsoft.com/office/drawing/2014/main" id="{8A5E329E-93B5-4CC3-AAA7-6BA2EAC22D8E}"/>
              </a:ext>
            </a:extLst>
          </p:cNvPr>
          <p:cNvSpPr>
            <a:spLocks noChangeAspect="1" noEditPoints="1"/>
          </p:cNvSpPr>
          <p:nvPr/>
        </p:nvSpPr>
        <p:spPr bwMode="auto">
          <a:xfrm>
            <a:off x="1172254" y="2616717"/>
            <a:ext cx="822960" cy="822960"/>
          </a:xfrm>
          <a:custGeom>
            <a:avLst/>
            <a:gdLst>
              <a:gd name="T0" fmla="*/ 251 w 501"/>
              <a:gd name="T1" fmla="*/ 502 h 502"/>
              <a:gd name="T2" fmla="*/ 0 w 501"/>
              <a:gd name="T3" fmla="*/ 251 h 502"/>
              <a:gd name="T4" fmla="*/ 251 w 501"/>
              <a:gd name="T5" fmla="*/ 0 h 502"/>
              <a:gd name="T6" fmla="*/ 501 w 501"/>
              <a:gd name="T7" fmla="*/ 251 h 502"/>
              <a:gd name="T8" fmla="*/ 251 w 501"/>
              <a:gd name="T9" fmla="*/ 502 h 502"/>
              <a:gd name="T10" fmla="*/ 73 w 501"/>
              <a:gd name="T11" fmla="*/ 251 h 502"/>
              <a:gd name="T12" fmla="*/ 251 w 501"/>
              <a:gd name="T13" fmla="*/ 428 h 502"/>
              <a:gd name="T14" fmla="*/ 428 w 501"/>
              <a:gd name="T15" fmla="*/ 251 h 502"/>
              <a:gd name="T16" fmla="*/ 251 w 501"/>
              <a:gd name="T17" fmla="*/ 73 h 502"/>
              <a:gd name="T18" fmla="*/ 73 w 501"/>
              <a:gd name="T19" fmla="*/ 251 h 502"/>
              <a:gd name="T20" fmla="*/ 251 w 501"/>
              <a:gd name="T21" fmla="*/ 334 h 502"/>
              <a:gd name="T22" fmla="*/ 167 w 501"/>
              <a:gd name="T23" fmla="*/ 251 h 502"/>
              <a:gd name="T24" fmla="*/ 251 w 501"/>
              <a:gd name="T25" fmla="*/ 167 h 502"/>
              <a:gd name="T26" fmla="*/ 334 w 501"/>
              <a:gd name="T27" fmla="*/ 251 h 502"/>
              <a:gd name="T28" fmla="*/ 251 w 501"/>
              <a:gd name="T29" fmla="*/ 334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01" h="502">
                <a:moveTo>
                  <a:pt x="251" y="502"/>
                </a:moveTo>
                <a:cubicBezTo>
                  <a:pt x="112" y="502"/>
                  <a:pt x="0" y="389"/>
                  <a:pt x="0" y="251"/>
                </a:cubicBezTo>
                <a:cubicBezTo>
                  <a:pt x="0" y="112"/>
                  <a:pt x="112" y="0"/>
                  <a:pt x="251" y="0"/>
                </a:cubicBezTo>
                <a:cubicBezTo>
                  <a:pt x="389" y="0"/>
                  <a:pt x="501" y="112"/>
                  <a:pt x="501" y="251"/>
                </a:cubicBezTo>
                <a:cubicBezTo>
                  <a:pt x="501" y="389"/>
                  <a:pt x="389" y="502"/>
                  <a:pt x="251" y="502"/>
                </a:cubicBezTo>
                <a:close/>
                <a:moveTo>
                  <a:pt x="73" y="251"/>
                </a:moveTo>
                <a:cubicBezTo>
                  <a:pt x="73" y="349"/>
                  <a:pt x="152" y="428"/>
                  <a:pt x="251" y="428"/>
                </a:cubicBezTo>
                <a:cubicBezTo>
                  <a:pt x="349" y="428"/>
                  <a:pt x="428" y="349"/>
                  <a:pt x="428" y="251"/>
                </a:cubicBezTo>
                <a:cubicBezTo>
                  <a:pt x="428" y="153"/>
                  <a:pt x="349" y="73"/>
                  <a:pt x="251" y="73"/>
                </a:cubicBezTo>
                <a:cubicBezTo>
                  <a:pt x="152" y="73"/>
                  <a:pt x="73" y="153"/>
                  <a:pt x="73" y="251"/>
                </a:cubicBezTo>
                <a:close/>
                <a:moveTo>
                  <a:pt x="251" y="334"/>
                </a:moveTo>
                <a:cubicBezTo>
                  <a:pt x="204" y="334"/>
                  <a:pt x="167" y="297"/>
                  <a:pt x="167" y="251"/>
                </a:cubicBezTo>
                <a:cubicBezTo>
                  <a:pt x="167" y="205"/>
                  <a:pt x="204" y="167"/>
                  <a:pt x="251" y="167"/>
                </a:cubicBezTo>
                <a:cubicBezTo>
                  <a:pt x="297" y="167"/>
                  <a:pt x="334" y="205"/>
                  <a:pt x="334" y="251"/>
                </a:cubicBezTo>
                <a:cubicBezTo>
                  <a:pt x="334" y="297"/>
                  <a:pt x="297" y="334"/>
                  <a:pt x="251" y="334"/>
                </a:cubicBezTo>
                <a:close/>
              </a:path>
            </a:pathLst>
          </a:custGeom>
          <a:solidFill>
            <a:srgbClr val="002060"/>
          </a:soli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967">
            <a:extLst>
              <a:ext uri="{FF2B5EF4-FFF2-40B4-BE49-F238E27FC236}">
                <a16:creationId xmlns:a16="http://schemas.microsoft.com/office/drawing/2014/main" id="{0E4F1EFA-A113-4501-B00F-57A93412E268}"/>
              </a:ext>
            </a:extLst>
          </p:cNvPr>
          <p:cNvSpPr>
            <a:spLocks noChangeAspect="1" noEditPoints="1"/>
          </p:cNvSpPr>
          <p:nvPr/>
        </p:nvSpPr>
        <p:spPr bwMode="auto">
          <a:xfrm>
            <a:off x="1145707" y="3894576"/>
            <a:ext cx="876054" cy="822960"/>
          </a:xfrm>
          <a:custGeom>
            <a:avLst/>
            <a:gdLst>
              <a:gd name="T0" fmla="*/ 108 w 629"/>
              <a:gd name="T1" fmla="*/ 334 h 585"/>
              <a:gd name="T2" fmla="*/ 64 w 629"/>
              <a:gd name="T3" fmla="*/ 334 h 585"/>
              <a:gd name="T4" fmla="*/ 1 w 629"/>
              <a:gd name="T5" fmla="*/ 282 h 585"/>
              <a:gd name="T6" fmla="*/ 41 w 629"/>
              <a:gd name="T7" fmla="*/ 167 h 585"/>
              <a:gd name="T8" fmla="*/ 126 w 629"/>
              <a:gd name="T9" fmla="*/ 195 h 585"/>
              <a:gd name="T10" fmla="*/ 170 w 629"/>
              <a:gd name="T11" fmla="*/ 187 h 585"/>
              <a:gd name="T12" fmla="*/ 168 w 629"/>
              <a:gd name="T13" fmla="*/ 209 h 585"/>
              <a:gd name="T14" fmla="*/ 194 w 629"/>
              <a:gd name="T15" fmla="*/ 293 h 585"/>
              <a:gd name="T16" fmla="*/ 108 w 629"/>
              <a:gd name="T17" fmla="*/ 334 h 585"/>
              <a:gd name="T18" fmla="*/ 126 w 629"/>
              <a:gd name="T19" fmla="*/ 167 h 585"/>
              <a:gd name="T20" fmla="*/ 43 w 629"/>
              <a:gd name="T21" fmla="*/ 83 h 585"/>
              <a:gd name="T22" fmla="*/ 126 w 629"/>
              <a:gd name="T23" fmla="*/ 0 h 585"/>
              <a:gd name="T24" fmla="*/ 210 w 629"/>
              <a:gd name="T25" fmla="*/ 83 h 585"/>
              <a:gd name="T26" fmla="*/ 126 w 629"/>
              <a:gd name="T27" fmla="*/ 167 h 585"/>
              <a:gd name="T28" fmla="*/ 457 w 629"/>
              <a:gd name="T29" fmla="*/ 585 h 585"/>
              <a:gd name="T30" fmla="*/ 172 w 629"/>
              <a:gd name="T31" fmla="*/ 585 h 585"/>
              <a:gd name="T32" fmla="*/ 84 w 629"/>
              <a:gd name="T33" fmla="*/ 501 h 585"/>
              <a:gd name="T34" fmla="*/ 197 w 629"/>
              <a:gd name="T35" fmla="*/ 313 h 585"/>
              <a:gd name="T36" fmla="*/ 314 w 629"/>
              <a:gd name="T37" fmla="*/ 359 h 585"/>
              <a:gd name="T38" fmla="*/ 431 w 629"/>
              <a:gd name="T39" fmla="*/ 313 h 585"/>
              <a:gd name="T40" fmla="*/ 544 w 629"/>
              <a:gd name="T41" fmla="*/ 501 h 585"/>
              <a:gd name="T42" fmla="*/ 457 w 629"/>
              <a:gd name="T43" fmla="*/ 585 h 585"/>
              <a:gd name="T44" fmla="*/ 314 w 629"/>
              <a:gd name="T45" fmla="*/ 334 h 585"/>
              <a:gd name="T46" fmla="*/ 189 w 629"/>
              <a:gd name="T47" fmla="*/ 209 h 585"/>
              <a:gd name="T48" fmla="*/ 314 w 629"/>
              <a:gd name="T49" fmla="*/ 83 h 585"/>
              <a:gd name="T50" fmla="*/ 440 w 629"/>
              <a:gd name="T51" fmla="*/ 209 h 585"/>
              <a:gd name="T52" fmla="*/ 314 w 629"/>
              <a:gd name="T53" fmla="*/ 334 h 585"/>
              <a:gd name="T54" fmla="*/ 503 w 629"/>
              <a:gd name="T55" fmla="*/ 167 h 585"/>
              <a:gd name="T56" fmla="*/ 419 w 629"/>
              <a:gd name="T57" fmla="*/ 83 h 585"/>
              <a:gd name="T58" fmla="*/ 503 w 629"/>
              <a:gd name="T59" fmla="*/ 0 h 585"/>
              <a:gd name="T60" fmla="*/ 586 w 629"/>
              <a:gd name="T61" fmla="*/ 83 h 585"/>
              <a:gd name="T62" fmla="*/ 503 w 629"/>
              <a:gd name="T63" fmla="*/ 167 h 585"/>
              <a:gd name="T64" fmla="*/ 565 w 629"/>
              <a:gd name="T65" fmla="*/ 334 h 585"/>
              <a:gd name="T66" fmla="*/ 521 w 629"/>
              <a:gd name="T67" fmla="*/ 334 h 585"/>
              <a:gd name="T68" fmla="*/ 434 w 629"/>
              <a:gd name="T69" fmla="*/ 293 h 585"/>
              <a:gd name="T70" fmla="*/ 461 w 629"/>
              <a:gd name="T71" fmla="*/ 209 h 585"/>
              <a:gd name="T72" fmla="*/ 459 w 629"/>
              <a:gd name="T73" fmla="*/ 187 h 585"/>
              <a:gd name="T74" fmla="*/ 503 w 629"/>
              <a:gd name="T75" fmla="*/ 195 h 585"/>
              <a:gd name="T76" fmla="*/ 588 w 629"/>
              <a:gd name="T77" fmla="*/ 167 h 585"/>
              <a:gd name="T78" fmla="*/ 628 w 629"/>
              <a:gd name="T79" fmla="*/ 282 h 585"/>
              <a:gd name="T80" fmla="*/ 565 w 629"/>
              <a:gd name="T81" fmla="*/ 334 h 5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29" h="585">
                <a:moveTo>
                  <a:pt x="108" y="334"/>
                </a:moveTo>
                <a:cubicBezTo>
                  <a:pt x="64" y="334"/>
                  <a:pt x="64" y="334"/>
                  <a:pt x="64" y="334"/>
                </a:cubicBezTo>
                <a:cubicBezTo>
                  <a:pt x="31" y="334"/>
                  <a:pt x="1" y="319"/>
                  <a:pt x="1" y="282"/>
                </a:cubicBezTo>
                <a:cubicBezTo>
                  <a:pt x="1" y="256"/>
                  <a:pt x="0" y="167"/>
                  <a:pt x="41" y="167"/>
                </a:cubicBezTo>
                <a:cubicBezTo>
                  <a:pt x="48" y="167"/>
                  <a:pt x="82" y="195"/>
                  <a:pt x="126" y="195"/>
                </a:cubicBezTo>
                <a:cubicBezTo>
                  <a:pt x="141" y="195"/>
                  <a:pt x="156" y="192"/>
                  <a:pt x="170" y="187"/>
                </a:cubicBezTo>
                <a:cubicBezTo>
                  <a:pt x="169" y="195"/>
                  <a:pt x="168" y="202"/>
                  <a:pt x="168" y="209"/>
                </a:cubicBezTo>
                <a:cubicBezTo>
                  <a:pt x="168" y="239"/>
                  <a:pt x="177" y="268"/>
                  <a:pt x="194" y="293"/>
                </a:cubicBezTo>
                <a:cubicBezTo>
                  <a:pt x="160" y="294"/>
                  <a:pt x="130" y="308"/>
                  <a:pt x="108" y="334"/>
                </a:cubicBezTo>
                <a:close/>
                <a:moveTo>
                  <a:pt x="126" y="167"/>
                </a:moveTo>
                <a:cubicBezTo>
                  <a:pt x="80" y="167"/>
                  <a:pt x="43" y="129"/>
                  <a:pt x="43" y="83"/>
                </a:cubicBezTo>
                <a:cubicBezTo>
                  <a:pt x="43" y="37"/>
                  <a:pt x="80" y="0"/>
                  <a:pt x="126" y="0"/>
                </a:cubicBezTo>
                <a:cubicBezTo>
                  <a:pt x="172" y="0"/>
                  <a:pt x="210" y="37"/>
                  <a:pt x="210" y="83"/>
                </a:cubicBezTo>
                <a:cubicBezTo>
                  <a:pt x="210" y="129"/>
                  <a:pt x="172" y="167"/>
                  <a:pt x="126" y="167"/>
                </a:cubicBezTo>
                <a:close/>
                <a:moveTo>
                  <a:pt x="457" y="585"/>
                </a:moveTo>
                <a:cubicBezTo>
                  <a:pt x="172" y="585"/>
                  <a:pt x="172" y="585"/>
                  <a:pt x="172" y="585"/>
                </a:cubicBezTo>
                <a:cubicBezTo>
                  <a:pt x="119" y="585"/>
                  <a:pt x="84" y="554"/>
                  <a:pt x="84" y="501"/>
                </a:cubicBezTo>
                <a:cubicBezTo>
                  <a:pt x="84" y="427"/>
                  <a:pt x="102" y="313"/>
                  <a:pt x="197" y="313"/>
                </a:cubicBezTo>
                <a:cubicBezTo>
                  <a:pt x="208" y="313"/>
                  <a:pt x="249" y="359"/>
                  <a:pt x="314" y="359"/>
                </a:cubicBezTo>
                <a:cubicBezTo>
                  <a:pt x="380" y="359"/>
                  <a:pt x="420" y="313"/>
                  <a:pt x="431" y="313"/>
                </a:cubicBezTo>
                <a:cubicBezTo>
                  <a:pt x="527" y="313"/>
                  <a:pt x="544" y="427"/>
                  <a:pt x="544" y="501"/>
                </a:cubicBezTo>
                <a:cubicBezTo>
                  <a:pt x="544" y="554"/>
                  <a:pt x="509" y="585"/>
                  <a:pt x="457" y="585"/>
                </a:cubicBezTo>
                <a:close/>
                <a:moveTo>
                  <a:pt x="314" y="334"/>
                </a:moveTo>
                <a:cubicBezTo>
                  <a:pt x="245" y="334"/>
                  <a:pt x="189" y="278"/>
                  <a:pt x="189" y="209"/>
                </a:cubicBezTo>
                <a:cubicBezTo>
                  <a:pt x="189" y="140"/>
                  <a:pt x="245" y="83"/>
                  <a:pt x="314" y="83"/>
                </a:cubicBezTo>
                <a:cubicBezTo>
                  <a:pt x="384" y="83"/>
                  <a:pt x="440" y="140"/>
                  <a:pt x="440" y="209"/>
                </a:cubicBezTo>
                <a:cubicBezTo>
                  <a:pt x="440" y="278"/>
                  <a:pt x="384" y="334"/>
                  <a:pt x="314" y="334"/>
                </a:cubicBezTo>
                <a:close/>
                <a:moveTo>
                  <a:pt x="503" y="167"/>
                </a:moveTo>
                <a:cubicBezTo>
                  <a:pt x="456" y="167"/>
                  <a:pt x="419" y="129"/>
                  <a:pt x="419" y="83"/>
                </a:cubicBezTo>
                <a:cubicBezTo>
                  <a:pt x="419" y="37"/>
                  <a:pt x="456" y="0"/>
                  <a:pt x="503" y="0"/>
                </a:cubicBezTo>
                <a:cubicBezTo>
                  <a:pt x="549" y="0"/>
                  <a:pt x="586" y="37"/>
                  <a:pt x="586" y="83"/>
                </a:cubicBezTo>
                <a:cubicBezTo>
                  <a:pt x="586" y="129"/>
                  <a:pt x="549" y="167"/>
                  <a:pt x="503" y="167"/>
                </a:cubicBezTo>
                <a:close/>
                <a:moveTo>
                  <a:pt x="565" y="334"/>
                </a:moveTo>
                <a:cubicBezTo>
                  <a:pt x="521" y="334"/>
                  <a:pt x="521" y="334"/>
                  <a:pt x="521" y="334"/>
                </a:cubicBezTo>
                <a:cubicBezTo>
                  <a:pt x="499" y="308"/>
                  <a:pt x="468" y="294"/>
                  <a:pt x="434" y="293"/>
                </a:cubicBezTo>
                <a:cubicBezTo>
                  <a:pt x="451" y="268"/>
                  <a:pt x="461" y="239"/>
                  <a:pt x="461" y="209"/>
                </a:cubicBezTo>
                <a:cubicBezTo>
                  <a:pt x="461" y="202"/>
                  <a:pt x="460" y="195"/>
                  <a:pt x="459" y="187"/>
                </a:cubicBezTo>
                <a:cubicBezTo>
                  <a:pt x="473" y="192"/>
                  <a:pt x="488" y="195"/>
                  <a:pt x="503" y="195"/>
                </a:cubicBezTo>
                <a:cubicBezTo>
                  <a:pt x="547" y="195"/>
                  <a:pt x="581" y="167"/>
                  <a:pt x="588" y="167"/>
                </a:cubicBezTo>
                <a:cubicBezTo>
                  <a:pt x="629" y="167"/>
                  <a:pt x="628" y="256"/>
                  <a:pt x="628" y="282"/>
                </a:cubicBezTo>
                <a:cubicBezTo>
                  <a:pt x="628" y="319"/>
                  <a:pt x="597" y="334"/>
                  <a:pt x="565" y="334"/>
                </a:cubicBezTo>
                <a:close/>
              </a:path>
            </a:pathLst>
          </a:custGeom>
          <a:solidFill>
            <a:srgbClr val="002060"/>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6836397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DED82F2-47B1-0F02-FE5A-8EB7569C6BBF}"/>
              </a:ext>
            </a:extLst>
          </p:cNvPr>
          <p:cNvPicPr>
            <a:picLocks noChangeAspect="1"/>
          </p:cNvPicPr>
          <p:nvPr/>
        </p:nvPicPr>
        <p:blipFill>
          <a:blip r:embed="rId3"/>
          <a:stretch>
            <a:fillRect/>
          </a:stretch>
        </p:blipFill>
        <p:spPr>
          <a:xfrm>
            <a:off x="2348755" y="931211"/>
            <a:ext cx="6943163" cy="5207372"/>
          </a:xfrm>
          <a:prstGeom prst="rect">
            <a:avLst/>
          </a:prstGeom>
        </p:spPr>
      </p:pic>
    </p:spTree>
    <p:extLst>
      <p:ext uri="{BB962C8B-B14F-4D97-AF65-F5344CB8AC3E}">
        <p14:creationId xmlns:p14="http://schemas.microsoft.com/office/powerpoint/2010/main" val="33656877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E44119EC-1C58-45F8-9CB0-9132392E380F}"/>
              </a:ext>
            </a:extLst>
          </p:cNvPr>
          <p:cNvGraphicFramePr>
            <a:graphicFrameLocks noChangeAspect="1"/>
          </p:cNvGraphicFramePr>
          <p:nvPr>
            <p:custDataLst>
              <p:tags r:id="rId1"/>
            </p:custDataLst>
          </p:nvPr>
        </p:nvGraphicFramePr>
        <p:xfrm>
          <a:off x="1525192" y="858442"/>
          <a:ext cx="1191" cy="1191"/>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7" name="Object 6" hidden="1">
                        <a:extLst>
                          <a:ext uri="{FF2B5EF4-FFF2-40B4-BE49-F238E27FC236}">
                            <a16:creationId xmlns:a16="http://schemas.microsoft.com/office/drawing/2014/main" id="{E44119EC-1C58-45F8-9CB0-9132392E380F}"/>
                          </a:ext>
                        </a:extLst>
                      </p:cNvPr>
                      <p:cNvPicPr/>
                      <p:nvPr/>
                    </p:nvPicPr>
                    <p:blipFill>
                      <a:blip r:embed="rId5"/>
                      <a:stretch>
                        <a:fillRect/>
                      </a:stretch>
                    </p:blipFill>
                    <p:spPr>
                      <a:xfrm>
                        <a:off x="1525192" y="858442"/>
                        <a:ext cx="1191" cy="1191"/>
                      </a:xfrm>
                      <a:prstGeom prst="rect">
                        <a:avLst/>
                      </a:prstGeom>
                    </p:spPr>
                  </p:pic>
                </p:oleObj>
              </mc:Fallback>
            </mc:AlternateContent>
          </a:graphicData>
        </a:graphic>
      </p:graphicFrame>
      <p:sp>
        <p:nvSpPr>
          <p:cNvPr id="8" name="Title 1">
            <a:extLst>
              <a:ext uri="{FF2B5EF4-FFF2-40B4-BE49-F238E27FC236}">
                <a16:creationId xmlns:a16="http://schemas.microsoft.com/office/drawing/2014/main" id="{68D50806-B10E-498D-899E-2E5D7F53F80B}"/>
              </a:ext>
            </a:extLst>
          </p:cNvPr>
          <p:cNvSpPr txBox="1">
            <a:spLocks/>
          </p:cNvSpPr>
          <p:nvPr/>
        </p:nvSpPr>
        <p:spPr>
          <a:xfrm>
            <a:off x="342900" y="168997"/>
            <a:ext cx="8515350" cy="752929"/>
          </a:xfrm>
          <a:prstGeom prst="rect">
            <a:avLst/>
          </a:prstGeom>
        </p:spPr>
        <p:txBody>
          <a:bodyPr lIns="91440" tIns="45720" rIns="91440" bIns="45720" anchor="t"/>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3600" dirty="0">
                <a:solidFill>
                  <a:schemeClr val="bg1"/>
                </a:solidFill>
                <a:latin typeface="+mn-lt"/>
              </a:rPr>
              <a:t>VA Research is Funded by Different Sources</a:t>
            </a:r>
            <a:endParaRPr lang="en-US" sz="3600" dirty="0">
              <a:solidFill>
                <a:schemeClr val="bg1"/>
              </a:solidFill>
              <a:latin typeface="+mn-lt"/>
              <a:cs typeface="Calibri"/>
            </a:endParaRPr>
          </a:p>
        </p:txBody>
      </p:sp>
      <p:pic>
        <p:nvPicPr>
          <p:cNvPr id="4" name="Picture 3">
            <a:extLst>
              <a:ext uri="{FF2B5EF4-FFF2-40B4-BE49-F238E27FC236}">
                <a16:creationId xmlns:a16="http://schemas.microsoft.com/office/drawing/2014/main" id="{EF9B6A37-D26C-4E24-9F41-F515EA8CE500}"/>
              </a:ext>
            </a:extLst>
          </p:cNvPr>
          <p:cNvPicPr>
            <a:picLocks noChangeAspect="1"/>
          </p:cNvPicPr>
          <p:nvPr/>
        </p:nvPicPr>
        <p:blipFill>
          <a:blip r:embed="rId6"/>
          <a:stretch>
            <a:fillRect/>
          </a:stretch>
        </p:blipFill>
        <p:spPr>
          <a:xfrm>
            <a:off x="1032243" y="1542843"/>
            <a:ext cx="10515600" cy="2320743"/>
          </a:xfrm>
          <a:prstGeom prst="rect">
            <a:avLst/>
          </a:prstGeom>
        </p:spPr>
      </p:pic>
      <p:sp>
        <p:nvSpPr>
          <p:cNvPr id="36" name="Rectangle 35">
            <a:extLst>
              <a:ext uri="{FF2B5EF4-FFF2-40B4-BE49-F238E27FC236}">
                <a16:creationId xmlns:a16="http://schemas.microsoft.com/office/drawing/2014/main" id="{F0DCA122-1CA5-42BD-8673-FA5A52F690C8}"/>
              </a:ext>
            </a:extLst>
          </p:cNvPr>
          <p:cNvSpPr/>
          <p:nvPr/>
        </p:nvSpPr>
        <p:spPr>
          <a:xfrm>
            <a:off x="342900" y="1531709"/>
            <a:ext cx="3211032" cy="4211123"/>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en-US" dirty="0">
                <a:solidFill>
                  <a:schemeClr val="tx1"/>
                </a:solidFill>
              </a:rPr>
              <a:t>VA ORD manages congressional research appropriations and distributes funds to research studies at VA hospitals across the country</a:t>
            </a:r>
          </a:p>
        </p:txBody>
      </p:sp>
    </p:spTree>
    <p:extLst>
      <p:ext uri="{BB962C8B-B14F-4D97-AF65-F5344CB8AC3E}">
        <p14:creationId xmlns:p14="http://schemas.microsoft.com/office/powerpoint/2010/main" val="2869907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599E083-A51E-483F-9ED2-54F78577E1D4}"/>
              </a:ext>
            </a:extLst>
          </p:cNvPr>
          <p:cNvSpPr>
            <a:spLocks noGrp="1"/>
          </p:cNvSpPr>
          <p:nvPr>
            <p:ph type="sldNum" sz="quarter" idx="12"/>
          </p:nvPr>
        </p:nvSpPr>
        <p:spPr>
          <a:xfrm>
            <a:off x="11582400" y="6400233"/>
            <a:ext cx="51284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983F1FA-211D-3044-9E35-958DFBC26156}" type="slidenum">
              <a:rPr lang="en-US" smtClean="0">
                <a:solidFill>
                  <a:prstClr val="white"/>
                </a:solidFill>
              </a:rPr>
              <a:pPr/>
              <a:t>6</a:t>
            </a:fld>
            <a:endParaRPr lang="en-US" dirty="0">
              <a:solidFill>
                <a:prstClr val="white"/>
              </a:solidFill>
            </a:endParaRPr>
          </a:p>
        </p:txBody>
      </p:sp>
      <p:sp>
        <p:nvSpPr>
          <p:cNvPr id="3" name="Title 2">
            <a:extLst>
              <a:ext uri="{FF2B5EF4-FFF2-40B4-BE49-F238E27FC236}">
                <a16:creationId xmlns:a16="http://schemas.microsoft.com/office/drawing/2014/main" id="{E8FA073A-535E-4A1D-9843-DC515175C1CB}"/>
              </a:ext>
            </a:extLst>
          </p:cNvPr>
          <p:cNvSpPr>
            <a:spLocks noGrp="1"/>
          </p:cNvSpPr>
          <p:nvPr>
            <p:ph type="title"/>
          </p:nvPr>
        </p:nvSpPr>
        <p:spPr/>
        <p:txBody>
          <a:bodyPr>
            <a:normAutofit/>
          </a:bodyPr>
          <a:lstStyle/>
          <a:p>
            <a:endParaRPr lang="en-US" dirty="0"/>
          </a:p>
        </p:txBody>
      </p:sp>
      <p:pic>
        <p:nvPicPr>
          <p:cNvPr id="5" name="Picture 4">
            <a:extLst>
              <a:ext uri="{FF2B5EF4-FFF2-40B4-BE49-F238E27FC236}">
                <a16:creationId xmlns:a16="http://schemas.microsoft.com/office/drawing/2014/main" id="{A8736FED-AE79-47D2-9864-2A01C9A5CEA1}"/>
              </a:ext>
            </a:extLst>
          </p:cNvPr>
          <p:cNvPicPr>
            <a:picLocks noChangeAspect="1"/>
          </p:cNvPicPr>
          <p:nvPr/>
        </p:nvPicPr>
        <p:blipFill>
          <a:blip r:embed="rId3"/>
          <a:stretch>
            <a:fillRect/>
          </a:stretch>
        </p:blipFill>
        <p:spPr>
          <a:xfrm>
            <a:off x="2214026" y="655320"/>
            <a:ext cx="7082374" cy="5493886"/>
          </a:xfrm>
          <a:prstGeom prst="rect">
            <a:avLst/>
          </a:prstGeom>
        </p:spPr>
      </p:pic>
    </p:spTree>
    <p:extLst>
      <p:ext uri="{BB962C8B-B14F-4D97-AF65-F5344CB8AC3E}">
        <p14:creationId xmlns:p14="http://schemas.microsoft.com/office/powerpoint/2010/main" val="12754630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F5C7F43-4488-51DB-0020-CC6C26575D7A}"/>
              </a:ext>
            </a:extLst>
          </p:cNvPr>
          <p:cNvSpPr txBox="1"/>
          <p:nvPr/>
        </p:nvSpPr>
        <p:spPr>
          <a:xfrm>
            <a:off x="632011" y="1228397"/>
            <a:ext cx="11685495" cy="4585871"/>
          </a:xfrm>
          <a:prstGeom prst="rect">
            <a:avLst/>
          </a:prstGeom>
          <a:noFill/>
        </p:spPr>
        <p:txBody>
          <a:bodyPr wrap="square">
            <a:spAutoFit/>
          </a:bodyPr>
          <a:lstStyle/>
          <a:p>
            <a:pPr>
              <a:buFont typeface="Wingdings" panose="05000000000000000000" pitchFamily="2" charset="2"/>
              <a:buChar char="Ø"/>
              <a:defRPr/>
            </a:pPr>
            <a:r>
              <a:rPr lang="en-US" altLang="en-US" sz="2000" dirty="0">
                <a:latin typeface="Arial" charset="0"/>
                <a:cs typeface="Arial" charset="0"/>
              </a:rPr>
              <a:t>Prevalence, burden , and costs of conditions in Veterans</a:t>
            </a:r>
          </a:p>
          <a:p>
            <a:pPr>
              <a:buFont typeface="Wingdings" panose="05000000000000000000" pitchFamily="2" charset="2"/>
              <a:buChar char="Ø"/>
              <a:defRPr/>
            </a:pPr>
            <a:r>
              <a:rPr lang="en-US" altLang="en-US" sz="2000" dirty="0">
                <a:latin typeface="Arial" charset="0"/>
                <a:cs typeface="Arial" charset="0"/>
              </a:rPr>
              <a:t>Regular communications with stakeholders (e.g. Veteran Service Organizations, etc.)</a:t>
            </a:r>
          </a:p>
          <a:p>
            <a:pPr>
              <a:buFont typeface="Wingdings" panose="05000000000000000000" pitchFamily="2" charset="2"/>
              <a:buChar char="Ø"/>
              <a:defRPr/>
            </a:pPr>
            <a:r>
              <a:rPr lang="en-US" altLang="en-US" sz="2000" dirty="0">
                <a:latin typeface="Arial" charset="0"/>
                <a:cs typeface="Arial" charset="0"/>
              </a:rPr>
              <a:t>Congressional direction (e.g., Gulf War Illness,  PTSD Service Dog Study)</a:t>
            </a:r>
          </a:p>
          <a:p>
            <a:pPr>
              <a:buFont typeface="Wingdings" panose="05000000000000000000" pitchFamily="2" charset="2"/>
              <a:buChar char="Ø"/>
              <a:defRPr/>
            </a:pPr>
            <a:r>
              <a:rPr lang="en-US" altLang="en-US" sz="2000" dirty="0">
                <a:latin typeface="Arial" charset="0"/>
                <a:cs typeface="Arial" charset="0"/>
              </a:rPr>
              <a:t>VA leadership priorities </a:t>
            </a:r>
          </a:p>
          <a:p>
            <a:pPr lvl="1">
              <a:defRPr/>
            </a:pPr>
            <a:r>
              <a:rPr lang="en-US" altLang="en-US" sz="2000" dirty="0">
                <a:latin typeface="Arial" charset="0"/>
                <a:cs typeface="Arial" charset="0"/>
              </a:rPr>
              <a:t>High Reliability Organization, Learning Healthcare System, Electronic Health Record Modernization</a:t>
            </a:r>
          </a:p>
          <a:p>
            <a:pPr lvl="1">
              <a:defRPr/>
            </a:pPr>
            <a:r>
              <a:rPr lang="en-US" altLang="en-US" sz="2000" dirty="0">
                <a:latin typeface="Arial" charset="0"/>
                <a:cs typeface="Arial" charset="0"/>
              </a:rPr>
              <a:t>Suicide Prevention, Homelessness, Women Veterans, etc. </a:t>
            </a:r>
          </a:p>
          <a:p>
            <a:pPr>
              <a:buFont typeface="Wingdings" panose="05000000000000000000" pitchFamily="2" charset="2"/>
              <a:buChar char="Ø"/>
              <a:defRPr/>
            </a:pPr>
            <a:r>
              <a:rPr lang="en-US" altLang="en-US" sz="2000" dirty="0">
                <a:latin typeface="Arial" charset="0"/>
                <a:cs typeface="Arial" charset="0"/>
              </a:rPr>
              <a:t>Joint Reviews With Federal Partners</a:t>
            </a:r>
          </a:p>
          <a:p>
            <a:pPr lvl="1">
              <a:defRPr/>
            </a:pPr>
            <a:r>
              <a:rPr lang="en-US" altLang="en-US" sz="2000" dirty="0">
                <a:latin typeface="Arial" charset="0"/>
                <a:cs typeface="Arial" charset="0"/>
              </a:rPr>
              <a:t>National Research Action Plan for Psychological Health and Traumatic Brain Injury</a:t>
            </a:r>
          </a:p>
          <a:p>
            <a:pPr lvl="1">
              <a:defRPr/>
            </a:pPr>
            <a:r>
              <a:rPr lang="en-US" altLang="en-US" sz="2000" dirty="0">
                <a:latin typeface="Arial" charset="0"/>
                <a:cs typeface="Arial" charset="0"/>
              </a:rPr>
              <a:t>Joint Reviews with Department of Defense and National Institutes of Health in key areas</a:t>
            </a:r>
          </a:p>
          <a:p>
            <a:pPr>
              <a:buFont typeface="Wingdings" panose="05000000000000000000" pitchFamily="2" charset="2"/>
              <a:buChar char="Ø"/>
              <a:defRPr/>
            </a:pPr>
            <a:r>
              <a:rPr lang="en-US" altLang="en-US" sz="2000" dirty="0">
                <a:latin typeface="Arial" charset="0"/>
                <a:cs typeface="Arial" charset="0"/>
              </a:rPr>
              <a:t>State of the Art Conferences  (e.g. Whole Health, Telehealth, Non-opioid Therapy for Chronic Pain)</a:t>
            </a:r>
          </a:p>
          <a:p>
            <a:pPr>
              <a:buFont typeface="Wingdings" panose="05000000000000000000" pitchFamily="2" charset="2"/>
              <a:buChar char="Ø"/>
              <a:defRPr/>
            </a:pPr>
            <a:r>
              <a:rPr lang="en-US" altLang="en-US" sz="2000" dirty="0">
                <a:latin typeface="Arial" charset="0"/>
                <a:cs typeface="Arial" charset="0"/>
              </a:rPr>
              <a:t>Researchers embedded in VHA health system</a:t>
            </a:r>
          </a:p>
          <a:p>
            <a:pPr marL="457200" lvl="1" indent="0">
              <a:buFont typeface="Arial" charset="0"/>
              <a:buNone/>
              <a:defRPr/>
            </a:pPr>
            <a:endParaRPr lang="en-US" altLang="en-US" sz="2000" dirty="0">
              <a:latin typeface="Arial" charset="0"/>
              <a:cs typeface="Arial" charset="0"/>
            </a:endParaRPr>
          </a:p>
          <a:p>
            <a:pPr marL="0" indent="0">
              <a:buFont typeface="Arial" charset="0"/>
              <a:buNone/>
              <a:defRPr/>
            </a:pPr>
            <a:r>
              <a:rPr lang="en-US" altLang="en-US" sz="3200" b="1" dirty="0">
                <a:latin typeface="Arial" charset="0"/>
                <a:cs typeface="Arial" charset="0"/>
              </a:rPr>
              <a:t>             Where is VA’s Unique Added Value?</a:t>
            </a:r>
          </a:p>
        </p:txBody>
      </p:sp>
      <p:sp>
        <p:nvSpPr>
          <p:cNvPr id="4" name="TextBox 3">
            <a:extLst>
              <a:ext uri="{FF2B5EF4-FFF2-40B4-BE49-F238E27FC236}">
                <a16:creationId xmlns:a16="http://schemas.microsoft.com/office/drawing/2014/main" id="{736B3D2C-D5B9-9069-CD4B-C926AE3A7156}"/>
              </a:ext>
            </a:extLst>
          </p:cNvPr>
          <p:cNvSpPr txBox="1"/>
          <p:nvPr/>
        </p:nvSpPr>
        <p:spPr>
          <a:xfrm>
            <a:off x="632011" y="161364"/>
            <a:ext cx="7193829" cy="646331"/>
          </a:xfrm>
          <a:prstGeom prst="rect">
            <a:avLst/>
          </a:prstGeom>
          <a:noFill/>
        </p:spPr>
        <p:txBody>
          <a:bodyPr wrap="none" rtlCol="0">
            <a:spAutoFit/>
          </a:bodyPr>
          <a:lstStyle/>
          <a:p>
            <a:r>
              <a:rPr lang="en-US" sz="3600" dirty="0">
                <a:solidFill>
                  <a:schemeClr val="bg1"/>
                </a:solidFill>
              </a:rPr>
              <a:t>How Does VA Set Research Priorities?</a:t>
            </a:r>
          </a:p>
        </p:txBody>
      </p:sp>
    </p:spTree>
    <p:extLst>
      <p:ext uri="{BB962C8B-B14F-4D97-AF65-F5344CB8AC3E}">
        <p14:creationId xmlns:p14="http://schemas.microsoft.com/office/powerpoint/2010/main" val="38937949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99E9C-A43E-DF4B-A576-343A07910001}"/>
              </a:ext>
            </a:extLst>
          </p:cNvPr>
          <p:cNvSpPr>
            <a:spLocks noGrp="1"/>
          </p:cNvSpPr>
          <p:nvPr>
            <p:ph type="title"/>
          </p:nvPr>
        </p:nvSpPr>
        <p:spPr/>
        <p:txBody>
          <a:bodyPr>
            <a:normAutofit/>
          </a:bodyPr>
          <a:lstStyle/>
          <a:p>
            <a:r>
              <a:rPr lang="en-US" sz="3200" dirty="0"/>
              <a:t>ORD Strategic Priorities</a:t>
            </a:r>
          </a:p>
        </p:txBody>
      </p:sp>
      <p:sp>
        <p:nvSpPr>
          <p:cNvPr id="3" name="Slide Number Placeholder 2">
            <a:extLst>
              <a:ext uri="{FF2B5EF4-FFF2-40B4-BE49-F238E27FC236}">
                <a16:creationId xmlns:a16="http://schemas.microsoft.com/office/drawing/2014/main" id="{59422856-DA96-DB46-959E-199C173CC45D}"/>
              </a:ext>
            </a:extLst>
          </p:cNvPr>
          <p:cNvSpPr>
            <a:spLocks noGrp="1"/>
          </p:cNvSpPr>
          <p:nvPr>
            <p:ph type="sldNum" sz="quarter" idx="12"/>
          </p:nvPr>
        </p:nvSpPr>
        <p:spPr>
          <a:xfrm>
            <a:off x="9274743"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0A9334-4E67-F94F-A05E-0CE8B74A054E}" type="slidenum">
              <a:rPr lang="en-US" smtClean="0"/>
              <a:pPr/>
              <a:t>8</a:t>
            </a:fld>
            <a:endParaRPr lang="en-US" dirty="0">
              <a:solidFill>
                <a:prstClr val="white"/>
              </a:solidFill>
            </a:endParaRPr>
          </a:p>
        </p:txBody>
      </p:sp>
      <p:graphicFrame>
        <p:nvGraphicFramePr>
          <p:cNvPr id="5" name="Table 5">
            <a:extLst>
              <a:ext uri="{FF2B5EF4-FFF2-40B4-BE49-F238E27FC236}">
                <a16:creationId xmlns:a16="http://schemas.microsoft.com/office/drawing/2014/main" id="{D9D27AB6-2F5C-0F4E-A6EF-3EFDECB8C854}"/>
              </a:ext>
            </a:extLst>
          </p:cNvPr>
          <p:cNvGraphicFramePr>
            <a:graphicFrameLocks/>
          </p:cNvGraphicFramePr>
          <p:nvPr>
            <p:extLst>
              <p:ext uri="{D42A27DB-BD31-4B8C-83A1-F6EECF244321}">
                <p14:modId xmlns:p14="http://schemas.microsoft.com/office/powerpoint/2010/main" val="1833532617"/>
              </p:ext>
            </p:extLst>
          </p:nvPr>
        </p:nvGraphicFramePr>
        <p:xfrm>
          <a:off x="1919392" y="957205"/>
          <a:ext cx="8353215" cy="4651615"/>
        </p:xfrm>
        <a:graphic>
          <a:graphicData uri="http://schemas.openxmlformats.org/drawingml/2006/table">
            <a:tbl>
              <a:tblPr firstRow="1" bandRow="1">
                <a:tableStyleId>{5C22544A-7EE6-4342-B048-85BDC9FD1C3A}</a:tableStyleId>
              </a:tblPr>
              <a:tblGrid>
                <a:gridCol w="1095052">
                  <a:extLst>
                    <a:ext uri="{9D8B030D-6E8A-4147-A177-3AD203B41FA5}">
                      <a16:colId xmlns:a16="http://schemas.microsoft.com/office/drawing/2014/main" val="637632501"/>
                    </a:ext>
                  </a:extLst>
                </a:gridCol>
                <a:gridCol w="7258163">
                  <a:extLst>
                    <a:ext uri="{9D8B030D-6E8A-4147-A177-3AD203B41FA5}">
                      <a16:colId xmlns:a16="http://schemas.microsoft.com/office/drawing/2014/main" val="1980405532"/>
                    </a:ext>
                  </a:extLst>
                </a:gridCol>
              </a:tblGrid>
              <a:tr h="930323">
                <a:tc>
                  <a:txBody>
                    <a:bodyPr/>
                    <a:lstStyle/>
                    <a:p>
                      <a:endParaRPr lang="en-US" sz="1400" dirty="0"/>
                    </a:p>
                  </a:txBody>
                  <a:tcPr marL="68580" marR="68580" marT="34290" marB="34290">
                    <a:solidFill>
                      <a:schemeClr val="bg1"/>
                    </a:solidFill>
                  </a:tcPr>
                </a:tc>
                <a:tc>
                  <a:txBody>
                    <a:bodyPr/>
                    <a:lstStyle/>
                    <a:p>
                      <a:r>
                        <a:rPr lang="en-US" sz="2100" b="1" dirty="0">
                          <a:solidFill>
                            <a:schemeClr val="tx1"/>
                          </a:solidFill>
                        </a:rPr>
                        <a:t>Increase Veterans’ access to high quality clinical trials</a:t>
                      </a:r>
                    </a:p>
                  </a:txBody>
                  <a:tcPr marL="68580" marR="68580" marT="34290" marB="34290" anchor="ctr">
                    <a:solidFill>
                      <a:schemeClr val="bg1"/>
                    </a:solidFill>
                  </a:tcPr>
                </a:tc>
                <a:extLst>
                  <a:ext uri="{0D108BD9-81ED-4DB2-BD59-A6C34878D82A}">
                    <a16:rowId xmlns:a16="http://schemas.microsoft.com/office/drawing/2014/main" val="218029454"/>
                  </a:ext>
                </a:extLst>
              </a:tr>
              <a:tr h="930323">
                <a:tc>
                  <a:txBody>
                    <a:bodyPr/>
                    <a:lstStyle/>
                    <a:p>
                      <a:endParaRPr lang="en-US" sz="1400" dirty="0"/>
                    </a:p>
                  </a:txBody>
                  <a:tcPr marL="68580" marR="68580" marT="34290" marB="34290">
                    <a:solidFill>
                      <a:schemeClr val="bg1"/>
                    </a:solidFill>
                  </a:tcPr>
                </a:tc>
                <a:tc>
                  <a:txBody>
                    <a:bodyPr/>
                    <a:lstStyle/>
                    <a:p>
                      <a:r>
                        <a:rPr lang="en-US" sz="2100" b="1" dirty="0">
                          <a:solidFill>
                            <a:schemeClr val="tx1"/>
                          </a:solidFill>
                        </a:rPr>
                        <a:t>Increase the substantial real-world impact of VA research</a:t>
                      </a:r>
                    </a:p>
                  </a:txBody>
                  <a:tcPr marL="68580" marR="68580" marT="34290" marB="34290" anchor="ctr">
                    <a:solidFill>
                      <a:schemeClr val="bg1"/>
                    </a:solidFill>
                  </a:tcPr>
                </a:tc>
                <a:extLst>
                  <a:ext uri="{0D108BD9-81ED-4DB2-BD59-A6C34878D82A}">
                    <a16:rowId xmlns:a16="http://schemas.microsoft.com/office/drawing/2014/main" val="1854618120"/>
                  </a:ext>
                </a:extLst>
              </a:tr>
              <a:tr h="930323">
                <a:tc>
                  <a:txBody>
                    <a:bodyPr/>
                    <a:lstStyle/>
                    <a:p>
                      <a:endParaRPr lang="en-US" sz="1400" dirty="0"/>
                    </a:p>
                  </a:txBody>
                  <a:tcPr marL="68580" marR="68580" marT="34290" marB="34290">
                    <a:solidFill>
                      <a:schemeClr val="bg1"/>
                    </a:solidFill>
                  </a:tcPr>
                </a:tc>
                <a:tc>
                  <a:txBody>
                    <a:bodyPr/>
                    <a:lstStyle/>
                    <a:p>
                      <a:r>
                        <a:rPr lang="en-US" sz="2100" b="1" dirty="0">
                          <a:solidFill>
                            <a:schemeClr val="tx1"/>
                          </a:solidFill>
                        </a:rPr>
                        <a:t>Put VA  data to work for Veterans</a:t>
                      </a:r>
                    </a:p>
                  </a:txBody>
                  <a:tcPr marL="68580" marR="68580" marT="34290" marB="34290" anchor="ctr">
                    <a:solidFill>
                      <a:schemeClr val="bg1"/>
                    </a:solidFill>
                  </a:tcPr>
                </a:tc>
                <a:extLst>
                  <a:ext uri="{0D108BD9-81ED-4DB2-BD59-A6C34878D82A}">
                    <a16:rowId xmlns:a16="http://schemas.microsoft.com/office/drawing/2014/main" val="1100568383"/>
                  </a:ext>
                </a:extLst>
              </a:tr>
              <a:tr h="930323">
                <a:tc>
                  <a:txBody>
                    <a:bodyPr/>
                    <a:lstStyle/>
                    <a:p>
                      <a:endParaRPr lang="en-US" sz="1400" dirty="0"/>
                    </a:p>
                  </a:txBody>
                  <a:tcPr marL="68580" marR="68580" marT="34290" marB="34290">
                    <a:solidFill>
                      <a:schemeClr val="bg1"/>
                    </a:solidFill>
                  </a:tcPr>
                </a:tc>
                <a:tc>
                  <a:txBody>
                    <a:bodyPr/>
                    <a:lstStyle/>
                    <a:p>
                      <a:r>
                        <a:rPr lang="en-US" sz="2100" b="1" dirty="0">
                          <a:solidFill>
                            <a:schemeClr val="tx1"/>
                          </a:solidFill>
                        </a:rPr>
                        <a:t>Actively promote diversity, equity, and inclusion within our sphere of influence</a:t>
                      </a:r>
                    </a:p>
                  </a:txBody>
                  <a:tcPr marL="68580" marR="68580" marT="34290" marB="34290" anchor="ctr">
                    <a:solidFill>
                      <a:schemeClr val="bg1"/>
                    </a:solidFill>
                  </a:tcPr>
                </a:tc>
                <a:extLst>
                  <a:ext uri="{0D108BD9-81ED-4DB2-BD59-A6C34878D82A}">
                    <a16:rowId xmlns:a16="http://schemas.microsoft.com/office/drawing/2014/main" val="3393396145"/>
                  </a:ext>
                </a:extLst>
              </a:tr>
              <a:tr h="930323">
                <a:tc>
                  <a:txBody>
                    <a:bodyPr/>
                    <a:lstStyle/>
                    <a:p>
                      <a:endParaRPr lang="en-US" sz="1400" dirty="0"/>
                    </a:p>
                  </a:txBody>
                  <a:tcPr marL="68580" marR="68580" marT="34290" marB="34290">
                    <a:solidFill>
                      <a:schemeClr val="bg1"/>
                    </a:solidFill>
                  </a:tcPr>
                </a:tc>
                <a:tc>
                  <a:txBody>
                    <a:bodyPr/>
                    <a:lstStyle/>
                    <a:p>
                      <a:r>
                        <a:rPr lang="en-US" sz="2100" b="1" dirty="0">
                          <a:solidFill>
                            <a:schemeClr val="tx1"/>
                          </a:solidFill>
                        </a:rPr>
                        <a:t>Build community through VA research</a:t>
                      </a:r>
                    </a:p>
                  </a:txBody>
                  <a:tcPr marL="68580" marR="68580" marT="34290" marB="34290" anchor="ctr">
                    <a:solidFill>
                      <a:schemeClr val="bg1"/>
                    </a:solidFill>
                  </a:tcPr>
                </a:tc>
                <a:extLst>
                  <a:ext uri="{0D108BD9-81ED-4DB2-BD59-A6C34878D82A}">
                    <a16:rowId xmlns:a16="http://schemas.microsoft.com/office/drawing/2014/main" val="1314144371"/>
                  </a:ext>
                </a:extLst>
              </a:tr>
            </a:tbl>
          </a:graphicData>
        </a:graphic>
      </p:graphicFrame>
      <p:grpSp>
        <p:nvGrpSpPr>
          <p:cNvPr id="12" name="Group 11">
            <a:extLst>
              <a:ext uri="{FF2B5EF4-FFF2-40B4-BE49-F238E27FC236}">
                <a16:creationId xmlns:a16="http://schemas.microsoft.com/office/drawing/2014/main" id="{544B6466-E389-9246-A3AF-B9DD7DA4E4D6}"/>
              </a:ext>
            </a:extLst>
          </p:cNvPr>
          <p:cNvGrpSpPr/>
          <p:nvPr/>
        </p:nvGrpSpPr>
        <p:grpSpPr>
          <a:xfrm>
            <a:off x="1919392" y="1132766"/>
            <a:ext cx="890666" cy="4272086"/>
            <a:chOff x="1096537" y="1594757"/>
            <a:chExt cx="550718" cy="3668483"/>
          </a:xfrm>
        </p:grpSpPr>
        <p:pic>
          <p:nvPicPr>
            <p:cNvPr id="7" name="Graphic 6" descr="Medicine with solid fill">
              <a:extLst>
                <a:ext uri="{FF2B5EF4-FFF2-40B4-BE49-F238E27FC236}">
                  <a16:creationId xmlns:a16="http://schemas.microsoft.com/office/drawing/2014/main" id="{3693FAEF-3C41-474B-81CC-E1C5D1508CF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96537" y="1594757"/>
              <a:ext cx="550718" cy="580921"/>
            </a:xfrm>
            <a:prstGeom prst="rect">
              <a:avLst/>
            </a:prstGeom>
          </p:spPr>
        </p:pic>
        <p:pic>
          <p:nvPicPr>
            <p:cNvPr id="8" name="Graphic 7" descr="Bullseye with solid fill">
              <a:extLst>
                <a:ext uri="{FF2B5EF4-FFF2-40B4-BE49-F238E27FC236}">
                  <a16:creationId xmlns:a16="http://schemas.microsoft.com/office/drawing/2014/main" id="{B75C175F-A5A5-BC48-ABBD-1F69E276500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96537" y="2397300"/>
              <a:ext cx="550718" cy="580921"/>
            </a:xfrm>
            <a:prstGeom prst="rect">
              <a:avLst/>
            </a:prstGeom>
          </p:spPr>
        </p:pic>
        <p:pic>
          <p:nvPicPr>
            <p:cNvPr id="9" name="Graphic 8" descr="Business Growth with solid fill">
              <a:extLst>
                <a:ext uri="{FF2B5EF4-FFF2-40B4-BE49-F238E27FC236}">
                  <a16:creationId xmlns:a16="http://schemas.microsoft.com/office/drawing/2014/main" id="{0FD73550-525F-DE43-A619-63F7432612E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96537" y="3199844"/>
              <a:ext cx="550718" cy="540050"/>
            </a:xfrm>
            <a:prstGeom prst="rect">
              <a:avLst/>
            </a:prstGeom>
          </p:spPr>
        </p:pic>
        <p:pic>
          <p:nvPicPr>
            <p:cNvPr id="10" name="Graphic 9" descr="Group success with solid fill">
              <a:extLst>
                <a:ext uri="{FF2B5EF4-FFF2-40B4-BE49-F238E27FC236}">
                  <a16:creationId xmlns:a16="http://schemas.microsoft.com/office/drawing/2014/main" id="{DD7D3879-5DA5-DC40-A41E-0006F3C459E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96537" y="3961517"/>
              <a:ext cx="550718" cy="540050"/>
            </a:xfrm>
            <a:prstGeom prst="rect">
              <a:avLst/>
            </a:prstGeom>
          </p:spPr>
        </p:pic>
        <p:pic>
          <p:nvPicPr>
            <p:cNvPr id="11" name="Graphic 10" descr="Handshake with solid fill">
              <a:extLst>
                <a:ext uri="{FF2B5EF4-FFF2-40B4-BE49-F238E27FC236}">
                  <a16:creationId xmlns:a16="http://schemas.microsoft.com/office/drawing/2014/main" id="{765936F8-603A-4E4D-89C0-2150E6F19526}"/>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96537" y="4723190"/>
              <a:ext cx="550718" cy="540050"/>
            </a:xfrm>
            <a:prstGeom prst="rect">
              <a:avLst/>
            </a:prstGeom>
          </p:spPr>
        </p:pic>
      </p:grpSp>
      <p:sp>
        <p:nvSpPr>
          <p:cNvPr id="4" name="Rectangle 3">
            <a:extLst>
              <a:ext uri="{FF2B5EF4-FFF2-40B4-BE49-F238E27FC236}">
                <a16:creationId xmlns:a16="http://schemas.microsoft.com/office/drawing/2014/main" id="{B6701CF5-7B1F-8279-A6D8-DC0888C961CE}"/>
              </a:ext>
            </a:extLst>
          </p:cNvPr>
          <p:cNvSpPr/>
          <p:nvPr/>
        </p:nvSpPr>
        <p:spPr>
          <a:xfrm>
            <a:off x="826993" y="5569661"/>
            <a:ext cx="10505570" cy="424066"/>
          </a:xfrm>
          <a:prstGeom prst="rect">
            <a:avLst/>
          </a:prstGeom>
          <a:solidFill>
            <a:schemeClr val="accent1"/>
          </a:solidFill>
          <a:ln w="9525" cmpd="sng">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rtlCol="0" anchor="ctr" anchorCtr="1">
            <a:noAutofit/>
          </a:bodyPr>
          <a:lstStyle/>
          <a:p>
            <a:r>
              <a:rPr lang="en-US" sz="1550">
                <a:solidFill>
                  <a:schemeClr val="bg1">
                    <a:lumMod val="100000"/>
                  </a:schemeClr>
                </a:solidFill>
                <a:latin typeface="Calibri" panose="020F0502020204030204" pitchFamily="34" charset="0"/>
              </a:rPr>
              <a:t>For more information, visit: </a:t>
            </a:r>
            <a:r>
              <a:rPr lang="en-US" sz="1600">
                <a:solidFill>
                  <a:schemeClr val="bg1"/>
                </a:solidFill>
                <a:hlinkClick r:id="rId13">
                  <a:extLst>
                    <a:ext uri="{A12FA001-AC4F-418D-AE19-62706E023703}">
                      <ahyp:hlinkClr xmlns:ahyp="http://schemas.microsoft.com/office/drawing/2018/hyperlinkcolor" val="tx"/>
                    </a:ext>
                  </a:extLst>
                </a:hlinkClick>
              </a:rPr>
              <a:t>VA Strategic Priorities</a:t>
            </a:r>
            <a:endParaRPr lang="en-US" sz="1550">
              <a:solidFill>
                <a:schemeClr val="bg1"/>
              </a:solidFill>
              <a:latin typeface="Calibri" panose="020F0502020204030204" pitchFamily="34" charset="0"/>
            </a:endParaRPr>
          </a:p>
        </p:txBody>
      </p:sp>
    </p:spTree>
    <p:extLst>
      <p:ext uri="{BB962C8B-B14F-4D97-AF65-F5344CB8AC3E}">
        <p14:creationId xmlns:p14="http://schemas.microsoft.com/office/powerpoint/2010/main" val="8066232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CF869-3496-4EEA-8330-BEABB99A31D3}"/>
              </a:ext>
            </a:extLst>
          </p:cNvPr>
          <p:cNvSpPr>
            <a:spLocks noGrp="1"/>
          </p:cNvSpPr>
          <p:nvPr>
            <p:ph type="title"/>
          </p:nvPr>
        </p:nvSpPr>
        <p:spPr/>
        <p:txBody>
          <a:bodyPr/>
          <a:lstStyle/>
          <a:p>
            <a:r>
              <a:rPr lang="en-US" dirty="0"/>
              <a:t>Cross-Cutting Clinical Priorities</a:t>
            </a:r>
          </a:p>
        </p:txBody>
      </p:sp>
      <p:sp>
        <p:nvSpPr>
          <p:cNvPr id="3" name="Slide Number Placeholder 2">
            <a:extLst>
              <a:ext uri="{FF2B5EF4-FFF2-40B4-BE49-F238E27FC236}">
                <a16:creationId xmlns:a16="http://schemas.microsoft.com/office/drawing/2014/main" id="{03902718-8BC9-45E4-92F8-D3478C04E1FC}"/>
              </a:ext>
            </a:extLst>
          </p:cNvPr>
          <p:cNvSpPr>
            <a:spLocks noGrp="1"/>
          </p:cNvSpPr>
          <p:nvPr>
            <p:ph type="sldNum" sz="quarter" idx="12"/>
          </p:nvPr>
        </p:nvSpPr>
        <p:spPr>
          <a:xfrm>
            <a:off x="9274743"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0A9334-4E67-F94F-A05E-0CE8B74A054E}" type="slidenum">
              <a:rPr lang="en-US" smtClean="0"/>
              <a:pPr/>
              <a:t>9</a:t>
            </a:fld>
            <a:endParaRPr lang="en-US" dirty="0">
              <a:solidFill>
                <a:prstClr val="white"/>
              </a:solidFill>
            </a:endParaRPr>
          </a:p>
        </p:txBody>
      </p:sp>
      <p:grpSp>
        <p:nvGrpSpPr>
          <p:cNvPr id="15" name="Group 14">
            <a:extLst>
              <a:ext uri="{FF2B5EF4-FFF2-40B4-BE49-F238E27FC236}">
                <a16:creationId xmlns:a16="http://schemas.microsoft.com/office/drawing/2014/main" id="{48864506-7BF7-4652-B05D-3886EB1EA385}"/>
              </a:ext>
            </a:extLst>
          </p:cNvPr>
          <p:cNvGrpSpPr/>
          <p:nvPr/>
        </p:nvGrpSpPr>
        <p:grpSpPr>
          <a:xfrm>
            <a:off x="1938681" y="1166843"/>
            <a:ext cx="8475507" cy="5663089"/>
            <a:chOff x="414679" y="1166842"/>
            <a:chExt cx="8970889" cy="5663089"/>
          </a:xfrm>
        </p:grpSpPr>
        <p:grpSp>
          <p:nvGrpSpPr>
            <p:cNvPr id="5" name="Group 4">
              <a:extLst>
                <a:ext uri="{FF2B5EF4-FFF2-40B4-BE49-F238E27FC236}">
                  <a16:creationId xmlns:a16="http://schemas.microsoft.com/office/drawing/2014/main" id="{E63C29FD-F555-497D-9BE9-851ABCC83B54}"/>
                </a:ext>
              </a:extLst>
            </p:cNvPr>
            <p:cNvGrpSpPr/>
            <p:nvPr/>
          </p:nvGrpSpPr>
          <p:grpSpPr>
            <a:xfrm>
              <a:off x="487137" y="1166842"/>
              <a:ext cx="8898431" cy="5663089"/>
              <a:chOff x="487137" y="1166842"/>
              <a:chExt cx="8898431" cy="5663089"/>
            </a:xfrm>
          </p:grpSpPr>
          <p:sp>
            <p:nvSpPr>
              <p:cNvPr id="6" name="TextBox 5">
                <a:extLst>
                  <a:ext uri="{FF2B5EF4-FFF2-40B4-BE49-F238E27FC236}">
                    <a16:creationId xmlns:a16="http://schemas.microsoft.com/office/drawing/2014/main" id="{7AEA7634-8CA6-4FF0-9720-00EBB2AFC279}"/>
                  </a:ext>
                </a:extLst>
              </p:cNvPr>
              <p:cNvSpPr txBox="1"/>
              <p:nvPr/>
            </p:nvSpPr>
            <p:spPr>
              <a:xfrm>
                <a:off x="649088" y="1166842"/>
                <a:ext cx="8736480" cy="5663089"/>
              </a:xfrm>
              <a:prstGeom prst="rect">
                <a:avLst/>
              </a:prstGeom>
              <a:noFill/>
            </p:spPr>
            <p:txBody>
              <a:bodyPr wrap="square">
                <a:spAutoFit/>
              </a:bodyPr>
              <a:lstStyle/>
              <a:p>
                <a:pPr marL="742950" lvl="1" indent="-285750">
                  <a:spcBef>
                    <a:spcPts val="1200"/>
                  </a:spcBef>
                  <a:spcAft>
                    <a:spcPts val="1800"/>
                  </a:spcAft>
                  <a:buClr>
                    <a:schemeClr val="bg1"/>
                  </a:buClr>
                  <a:buFont typeface="Courier New" panose="02070309020205020404" pitchFamily="49" charset="0"/>
                  <a:buChar char="o"/>
                </a:pPr>
                <a:r>
                  <a:rPr lang="en-US" sz="2400" dirty="0">
                    <a:ea typeface="Source Sans Pro SemiBold" pitchFamily="34" charset="-122"/>
                    <a:cs typeface="Source Sans Pro SemiBold" pitchFamily="34" charset="-120"/>
                  </a:rPr>
                  <a:t>Military Environmental Exposures / Toxic Exposures</a:t>
                </a:r>
              </a:p>
              <a:p>
                <a:pPr marL="742950" lvl="1" indent="-285750">
                  <a:spcBef>
                    <a:spcPts val="1200"/>
                  </a:spcBef>
                  <a:spcAft>
                    <a:spcPts val="1600"/>
                  </a:spcAft>
                  <a:buClr>
                    <a:schemeClr val="bg1"/>
                  </a:buClr>
                  <a:buFont typeface="Courier New" panose="02070309020205020404" pitchFamily="49" charset="0"/>
                  <a:buChar char="o"/>
                </a:pPr>
                <a:r>
                  <a:rPr lang="en-US" sz="2400" dirty="0">
                    <a:ea typeface="Source Sans Pro SemiBold" pitchFamily="34" charset="-122"/>
                    <a:cs typeface="Source Sans Pro SemiBold" pitchFamily="34" charset="-120"/>
                  </a:rPr>
                  <a:t>Posttraumatic Stress Disorder</a:t>
                </a:r>
              </a:p>
              <a:p>
                <a:pPr marL="742950" lvl="1" indent="-285750">
                  <a:spcBef>
                    <a:spcPts val="1200"/>
                  </a:spcBef>
                  <a:spcAft>
                    <a:spcPts val="1600"/>
                  </a:spcAft>
                  <a:buClr>
                    <a:schemeClr val="bg1"/>
                  </a:buClr>
                  <a:buFont typeface="Courier New" panose="02070309020205020404" pitchFamily="49" charset="0"/>
                  <a:buChar char="o"/>
                </a:pPr>
                <a:r>
                  <a:rPr lang="en-US" sz="2400" dirty="0">
                    <a:ea typeface="Source Sans Pro SemiBold" pitchFamily="34" charset="-122"/>
                    <a:cs typeface="Source Sans Pro SemiBold" pitchFamily="34" charset="-120"/>
                  </a:rPr>
                  <a:t>Suicide Prevention</a:t>
                </a:r>
              </a:p>
              <a:p>
                <a:pPr marL="742950" lvl="1" indent="-285750">
                  <a:spcBef>
                    <a:spcPts val="1200"/>
                  </a:spcBef>
                  <a:spcAft>
                    <a:spcPts val="1600"/>
                  </a:spcAft>
                  <a:buClr>
                    <a:schemeClr val="bg1"/>
                  </a:buClr>
                  <a:buFont typeface="Courier New" panose="02070309020205020404" pitchFamily="49" charset="0"/>
                  <a:buChar char="o"/>
                </a:pPr>
                <a:r>
                  <a:rPr lang="en-US" sz="2400" dirty="0">
                    <a:ea typeface="Source Sans Pro SemiBold" pitchFamily="34" charset="-122"/>
                    <a:cs typeface="Source Sans Pro SemiBold" pitchFamily="34" charset="-120"/>
                  </a:rPr>
                  <a:t>Traumatic Brain Injury</a:t>
                </a:r>
              </a:p>
              <a:p>
                <a:pPr marL="742950" lvl="1" indent="-285750">
                  <a:spcBef>
                    <a:spcPts val="1200"/>
                  </a:spcBef>
                  <a:spcAft>
                    <a:spcPts val="1600"/>
                  </a:spcAft>
                  <a:buClr>
                    <a:schemeClr val="bg1"/>
                  </a:buClr>
                  <a:buFont typeface="Courier New" panose="02070309020205020404" pitchFamily="49" charset="0"/>
                  <a:buChar char="o"/>
                </a:pPr>
                <a:r>
                  <a:rPr lang="en-US" sz="2400" dirty="0">
                    <a:ea typeface="Source Sans Pro SemiBold" pitchFamily="34" charset="-122"/>
                    <a:cs typeface="Source Sans Pro SemiBold" pitchFamily="34" charset="-120"/>
                  </a:rPr>
                  <a:t>Precision Oncology</a:t>
                </a:r>
              </a:p>
              <a:p>
                <a:pPr marL="742950" lvl="1" indent="-285750">
                  <a:spcBef>
                    <a:spcPts val="1200"/>
                  </a:spcBef>
                  <a:spcAft>
                    <a:spcPts val="1600"/>
                  </a:spcAft>
                  <a:buClr>
                    <a:schemeClr val="bg1"/>
                  </a:buClr>
                  <a:buFont typeface="Courier New" panose="02070309020205020404" pitchFamily="49" charset="0"/>
                  <a:buChar char="o"/>
                </a:pPr>
                <a:r>
                  <a:rPr lang="en-US" sz="2400" dirty="0">
                    <a:ea typeface="Source Sans Pro SemiBold" pitchFamily="34" charset="-122"/>
                    <a:cs typeface="Source Sans Pro SemiBold" pitchFamily="34" charset="-120"/>
                  </a:rPr>
                  <a:t>Pain and Opioid Use</a:t>
                </a:r>
              </a:p>
              <a:p>
                <a:pPr marL="742950" lvl="1" indent="-285750">
                  <a:spcBef>
                    <a:spcPts val="1200"/>
                  </a:spcBef>
                  <a:spcAft>
                    <a:spcPts val="1200"/>
                  </a:spcAft>
                  <a:buClr>
                    <a:schemeClr val="bg1"/>
                  </a:buClr>
                  <a:buFont typeface="Courier New" panose="02070309020205020404" pitchFamily="49" charset="0"/>
                  <a:buChar char="o"/>
                </a:pPr>
                <a:endParaRPr lang="en-US" sz="2400" dirty="0">
                  <a:ea typeface="Source Sans Pro SemiBold" pitchFamily="34" charset="-122"/>
                  <a:cs typeface="Source Sans Pro SemiBold" pitchFamily="34" charset="-120"/>
                </a:endParaRPr>
              </a:p>
              <a:p>
                <a:pPr marL="742950" lvl="1" indent="-285750">
                  <a:spcBef>
                    <a:spcPts val="1200"/>
                  </a:spcBef>
                  <a:spcAft>
                    <a:spcPts val="1200"/>
                  </a:spcAft>
                  <a:buClr>
                    <a:schemeClr val="bg1"/>
                  </a:buClr>
                  <a:buFont typeface="Courier New" panose="02070309020205020404" pitchFamily="49" charset="0"/>
                  <a:buChar char="o"/>
                </a:pPr>
                <a:endParaRPr lang="en-US" sz="2400" dirty="0">
                  <a:ea typeface="Source Sans Pro SemiBold" pitchFamily="34" charset="-122"/>
                  <a:cs typeface="Source Sans Pro SemiBold" pitchFamily="34" charset="-120"/>
                </a:endParaRPr>
              </a:p>
            </p:txBody>
          </p:sp>
          <p:pic>
            <p:nvPicPr>
              <p:cNvPr id="7" name="Graphic 26">
                <a:extLst>
                  <a:ext uri="{FF2B5EF4-FFF2-40B4-BE49-F238E27FC236}">
                    <a16:creationId xmlns:a16="http://schemas.microsoft.com/office/drawing/2014/main" id="{5AF2C45B-59A3-4765-872B-4D09FCBAE033}"/>
                  </a:ext>
                </a:extLst>
              </p:cNvPr>
              <p:cNvPicPr>
                <a:picLocks noChangeAspect="1"/>
              </p:cNvPicPr>
              <p:nvPr/>
            </p:nvPicPr>
            <p:blipFill>
              <a:blip r:embed="rId3"/>
              <a:srcRect/>
              <a:stretch/>
            </p:blipFill>
            <p:spPr>
              <a:xfrm>
                <a:off x="537491" y="3971931"/>
                <a:ext cx="495289" cy="524424"/>
              </a:xfrm>
              <a:prstGeom prst="rect">
                <a:avLst/>
              </a:prstGeom>
            </p:spPr>
          </p:pic>
          <p:pic>
            <p:nvPicPr>
              <p:cNvPr id="8" name="Graphic 7" descr="Brain in head">
                <a:extLst>
                  <a:ext uri="{FF2B5EF4-FFF2-40B4-BE49-F238E27FC236}">
                    <a16:creationId xmlns:a16="http://schemas.microsoft.com/office/drawing/2014/main" id="{751F2758-2FC8-424A-A3F0-D71FA8828F17}"/>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487137" y="3204577"/>
                <a:ext cx="595997" cy="595997"/>
              </a:xfrm>
              <a:prstGeom prst="rect">
                <a:avLst/>
              </a:prstGeom>
            </p:spPr>
          </p:pic>
          <p:pic>
            <p:nvPicPr>
              <p:cNvPr id="9" name="Graphic 30">
                <a:extLst>
                  <a:ext uri="{FF2B5EF4-FFF2-40B4-BE49-F238E27FC236}">
                    <a16:creationId xmlns:a16="http://schemas.microsoft.com/office/drawing/2014/main" id="{78CA55F4-1798-4B5A-8847-3F4169635148}"/>
                  </a:ext>
                </a:extLst>
              </p:cNvPr>
              <p:cNvPicPr>
                <a:picLocks noChangeAspect="1"/>
              </p:cNvPicPr>
              <p:nvPr/>
            </p:nvPicPr>
            <p:blipFill>
              <a:blip r:embed="rId6"/>
              <a:srcRect/>
              <a:stretch/>
            </p:blipFill>
            <p:spPr>
              <a:xfrm>
                <a:off x="532793" y="1166842"/>
                <a:ext cx="504685" cy="474815"/>
              </a:xfrm>
              <a:prstGeom prst="rect">
                <a:avLst/>
              </a:prstGeom>
            </p:spPr>
          </p:pic>
          <p:pic>
            <p:nvPicPr>
              <p:cNvPr id="10" name="Graphic 32">
                <a:extLst>
                  <a:ext uri="{FF2B5EF4-FFF2-40B4-BE49-F238E27FC236}">
                    <a16:creationId xmlns:a16="http://schemas.microsoft.com/office/drawing/2014/main" id="{9403AA08-C94F-4E99-9339-83F783289B28}"/>
                  </a:ext>
                </a:extLst>
              </p:cNvPr>
              <p:cNvPicPr>
                <a:picLocks noChangeAspect="1"/>
              </p:cNvPicPr>
              <p:nvPr/>
            </p:nvPicPr>
            <p:blipFill>
              <a:blip r:embed="rId7"/>
              <a:srcRect/>
              <a:stretch/>
            </p:blipFill>
            <p:spPr>
              <a:xfrm>
                <a:off x="522923" y="2508795"/>
                <a:ext cx="524425" cy="524425"/>
              </a:xfrm>
              <a:prstGeom prst="rect">
                <a:avLst/>
              </a:prstGeom>
            </p:spPr>
          </p:pic>
          <p:pic>
            <p:nvPicPr>
              <p:cNvPr id="11" name="Graphic 12">
                <a:extLst>
                  <a:ext uri="{FF2B5EF4-FFF2-40B4-BE49-F238E27FC236}">
                    <a16:creationId xmlns:a16="http://schemas.microsoft.com/office/drawing/2014/main" id="{14F3DE12-23C8-4C2C-BC74-EF2D90F2867A}"/>
                  </a:ext>
                </a:extLst>
              </p:cNvPr>
              <p:cNvPicPr>
                <a:picLocks noChangeAspect="1"/>
              </p:cNvPicPr>
              <p:nvPr/>
            </p:nvPicPr>
            <p:blipFill>
              <a:blip r:embed="rId8"/>
              <a:srcRect/>
              <a:stretch/>
            </p:blipFill>
            <p:spPr>
              <a:xfrm>
                <a:off x="525837" y="1813014"/>
                <a:ext cx="518597" cy="524424"/>
              </a:xfrm>
              <a:prstGeom prst="rect">
                <a:avLst/>
              </a:prstGeom>
            </p:spPr>
          </p:pic>
          <p:pic>
            <p:nvPicPr>
              <p:cNvPr id="12" name="Graphic 13">
                <a:extLst>
                  <a:ext uri="{FF2B5EF4-FFF2-40B4-BE49-F238E27FC236}">
                    <a16:creationId xmlns:a16="http://schemas.microsoft.com/office/drawing/2014/main" id="{2BA79D29-96CA-4115-B002-AC0360503539}"/>
                  </a:ext>
                </a:extLst>
              </p:cNvPr>
              <p:cNvPicPr>
                <a:picLocks noChangeAspect="1"/>
              </p:cNvPicPr>
              <p:nvPr/>
            </p:nvPicPr>
            <p:blipFill>
              <a:blip r:embed="rId9"/>
              <a:srcRect/>
              <a:stretch/>
            </p:blipFill>
            <p:spPr>
              <a:xfrm>
                <a:off x="522923" y="4667712"/>
                <a:ext cx="524424" cy="524424"/>
              </a:xfrm>
              <a:prstGeom prst="rect">
                <a:avLst/>
              </a:prstGeom>
            </p:spPr>
          </p:pic>
        </p:grpSp>
        <p:pic>
          <p:nvPicPr>
            <p:cNvPr id="5122" name="Picture 2" descr="See the source image">
              <a:extLst>
                <a:ext uri="{FF2B5EF4-FFF2-40B4-BE49-F238E27FC236}">
                  <a16:creationId xmlns:a16="http://schemas.microsoft.com/office/drawing/2014/main" id="{85F9E04B-35A8-4727-B9CB-12F44B93EF05}"/>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14679" y="5283435"/>
              <a:ext cx="740912" cy="740912"/>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2D3148D0-FCC2-481E-A934-155B014F953D}"/>
                </a:ext>
              </a:extLst>
            </p:cNvPr>
            <p:cNvSpPr txBox="1"/>
            <p:nvPr/>
          </p:nvSpPr>
          <p:spPr>
            <a:xfrm>
              <a:off x="1434611" y="5423058"/>
              <a:ext cx="2209800" cy="461665"/>
            </a:xfrm>
            <a:prstGeom prst="rect">
              <a:avLst/>
            </a:prstGeom>
            <a:noFill/>
          </p:spPr>
          <p:txBody>
            <a:bodyPr wrap="square" rtlCol="0">
              <a:spAutoFit/>
            </a:bodyPr>
            <a:lstStyle/>
            <a:p>
              <a:r>
                <a:rPr lang="en-US" sz="2400" dirty="0"/>
                <a:t>COVID-19</a:t>
              </a:r>
            </a:p>
          </p:txBody>
        </p:sp>
        <p:sp>
          <p:nvSpPr>
            <p:cNvPr id="16" name="TextBox 15">
              <a:extLst>
                <a:ext uri="{FF2B5EF4-FFF2-40B4-BE49-F238E27FC236}">
                  <a16:creationId xmlns:a16="http://schemas.microsoft.com/office/drawing/2014/main" id="{95272035-4012-45A6-BBB1-B26261A18BC8}"/>
                </a:ext>
              </a:extLst>
            </p:cNvPr>
            <p:cNvSpPr txBox="1"/>
            <p:nvPr/>
          </p:nvSpPr>
          <p:spPr>
            <a:xfrm>
              <a:off x="2819400" y="5284559"/>
              <a:ext cx="381000" cy="369332"/>
            </a:xfrm>
            <a:prstGeom prst="rect">
              <a:avLst/>
            </a:prstGeom>
            <a:noFill/>
          </p:spPr>
          <p:txBody>
            <a:bodyPr wrap="square" rtlCol="0">
              <a:spAutoFit/>
            </a:bodyPr>
            <a:lstStyle/>
            <a:p>
              <a:endParaRPr lang="en-US" dirty="0">
                <a:solidFill>
                  <a:schemeClr val="accent4">
                    <a:lumMod val="75000"/>
                  </a:schemeClr>
                </a:solidFill>
              </a:endParaRPr>
            </a:p>
          </p:txBody>
        </p:sp>
      </p:grpSp>
    </p:spTree>
    <p:extLst>
      <p:ext uri="{BB962C8B-B14F-4D97-AF65-F5344CB8AC3E}">
        <p14:creationId xmlns:p14="http://schemas.microsoft.com/office/powerpoint/2010/main" val="24486085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B8B1A-4631-EAD0-124C-B8D59494D589}"/>
              </a:ext>
            </a:extLst>
          </p:cNvPr>
          <p:cNvSpPr>
            <a:spLocks noGrp="1"/>
          </p:cNvSpPr>
          <p:nvPr>
            <p:ph type="title"/>
          </p:nvPr>
        </p:nvSpPr>
        <p:spPr/>
        <p:txBody>
          <a:bodyPr/>
          <a:lstStyle/>
          <a:p>
            <a:r>
              <a:rPr lang="en-US" sz="2400" dirty="0">
                <a:latin typeface="Calibri"/>
                <a:cs typeface="Calibri"/>
              </a:rPr>
              <a:t>Journey of a Successful VA-funded Research Project</a:t>
            </a:r>
          </a:p>
        </p:txBody>
      </p:sp>
      <p:sp>
        <p:nvSpPr>
          <p:cNvPr id="4" name="Slide Number Placeholder 3">
            <a:extLst>
              <a:ext uri="{FF2B5EF4-FFF2-40B4-BE49-F238E27FC236}">
                <a16:creationId xmlns:a16="http://schemas.microsoft.com/office/drawing/2014/main" id="{6B35FA15-7F74-4D59-D2A6-CDE59FF93FD9}"/>
              </a:ext>
            </a:extLst>
          </p:cNvPr>
          <p:cNvSpPr>
            <a:spLocks noGrp="1"/>
          </p:cNvSpPr>
          <p:nvPr>
            <p:ph type="sldNum" sz="quarter" idx="12"/>
          </p:nvPr>
        </p:nvSpPr>
        <p:spPr/>
        <p:txBody>
          <a:bodyPr/>
          <a:lstStyle/>
          <a:p>
            <a:fld id="{FE09C639-C7C7-9848-BE32-492A9B56F14C}" type="slidenum">
              <a:rPr lang="en-US" smtClean="0"/>
              <a:t>10</a:t>
            </a:fld>
            <a:endParaRPr lang="en-US"/>
          </a:p>
        </p:txBody>
      </p:sp>
      <p:grpSp>
        <p:nvGrpSpPr>
          <p:cNvPr id="5" name="Group 4">
            <a:extLst>
              <a:ext uri="{FF2B5EF4-FFF2-40B4-BE49-F238E27FC236}">
                <a16:creationId xmlns:a16="http://schemas.microsoft.com/office/drawing/2014/main" id="{008E92E1-3DF5-7512-BE75-E08881EF6B6F}"/>
              </a:ext>
            </a:extLst>
          </p:cNvPr>
          <p:cNvGrpSpPr/>
          <p:nvPr/>
        </p:nvGrpSpPr>
        <p:grpSpPr>
          <a:xfrm>
            <a:off x="145158" y="1119370"/>
            <a:ext cx="11877871" cy="4436295"/>
            <a:chOff x="140248" y="1499322"/>
            <a:chExt cx="11810739" cy="4624659"/>
          </a:xfrm>
        </p:grpSpPr>
        <p:pic>
          <p:nvPicPr>
            <p:cNvPr id="6" name="Object 3" descr="preencoded.png">
              <a:extLst>
                <a:ext uri="{FF2B5EF4-FFF2-40B4-BE49-F238E27FC236}">
                  <a16:creationId xmlns:a16="http://schemas.microsoft.com/office/drawing/2014/main" id="{937BDE14-25C1-78EE-F00E-DF99C5C1447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49664" y="2965806"/>
              <a:ext cx="523744" cy="1847388"/>
            </a:xfrm>
            <a:prstGeom prst="rect">
              <a:avLst/>
            </a:prstGeom>
          </p:spPr>
        </p:pic>
        <p:pic>
          <p:nvPicPr>
            <p:cNvPr id="7" name="Object 4" descr="preencoded.png">
              <a:extLst>
                <a:ext uri="{FF2B5EF4-FFF2-40B4-BE49-F238E27FC236}">
                  <a16:creationId xmlns:a16="http://schemas.microsoft.com/office/drawing/2014/main" id="{1842661F-FCFC-BA52-0017-C2F29CF556F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059135" y="4770342"/>
              <a:ext cx="95226" cy="76181"/>
            </a:xfrm>
            <a:prstGeom prst="rect">
              <a:avLst/>
            </a:prstGeom>
          </p:spPr>
        </p:pic>
        <p:pic>
          <p:nvPicPr>
            <p:cNvPr id="8" name="Object 5" descr="preencoded.png">
              <a:extLst>
                <a:ext uri="{FF2B5EF4-FFF2-40B4-BE49-F238E27FC236}">
                  <a16:creationId xmlns:a16="http://schemas.microsoft.com/office/drawing/2014/main" id="{E7799765-6A48-5AAF-21B6-A30440AAA1F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511586" y="3523831"/>
              <a:ext cx="95226" cy="95226"/>
            </a:xfrm>
            <a:prstGeom prst="rect">
              <a:avLst/>
            </a:prstGeom>
          </p:spPr>
        </p:pic>
        <p:pic>
          <p:nvPicPr>
            <p:cNvPr id="9" name="Object 6" descr="preencoded.png">
              <a:extLst>
                <a:ext uri="{FF2B5EF4-FFF2-40B4-BE49-F238E27FC236}">
                  <a16:creationId xmlns:a16="http://schemas.microsoft.com/office/drawing/2014/main" id="{15BB2A8D-03E1-5A65-06BD-1053D4E0294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049485" y="4108520"/>
              <a:ext cx="428518" cy="704674"/>
            </a:xfrm>
            <a:prstGeom prst="rect">
              <a:avLst/>
            </a:prstGeom>
          </p:spPr>
        </p:pic>
        <p:pic>
          <p:nvPicPr>
            <p:cNvPr id="10" name="Object 7" descr="preencoded.png">
              <a:extLst>
                <a:ext uri="{FF2B5EF4-FFF2-40B4-BE49-F238E27FC236}">
                  <a16:creationId xmlns:a16="http://schemas.microsoft.com/office/drawing/2014/main" id="{9B20BD44-DFF1-BC24-7C56-AE628AA16F8F}"/>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425623" y="4022816"/>
              <a:ext cx="76181" cy="95226"/>
            </a:xfrm>
            <a:prstGeom prst="rect">
              <a:avLst/>
            </a:prstGeom>
          </p:spPr>
        </p:pic>
        <p:pic>
          <p:nvPicPr>
            <p:cNvPr id="11" name="Object 8" descr="preencoded.png">
              <a:extLst>
                <a:ext uri="{FF2B5EF4-FFF2-40B4-BE49-F238E27FC236}">
                  <a16:creationId xmlns:a16="http://schemas.microsoft.com/office/drawing/2014/main" id="{B24FAFCC-46E3-E761-6869-1974FAD62A34}"/>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291263" y="4760819"/>
              <a:ext cx="95226" cy="95226"/>
            </a:xfrm>
            <a:prstGeom prst="rect">
              <a:avLst/>
            </a:prstGeom>
          </p:spPr>
        </p:pic>
        <p:pic>
          <p:nvPicPr>
            <p:cNvPr id="12" name="Object 9" descr="preencoded.png">
              <a:extLst>
                <a:ext uri="{FF2B5EF4-FFF2-40B4-BE49-F238E27FC236}">
                  <a16:creationId xmlns:a16="http://schemas.microsoft.com/office/drawing/2014/main" id="{5260C9BC-1A1D-0C10-B252-24A92055954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3454194" y="1713676"/>
              <a:ext cx="1256986" cy="1409348"/>
            </a:xfrm>
            <a:prstGeom prst="rect">
              <a:avLst/>
            </a:prstGeom>
          </p:spPr>
        </p:pic>
        <p:pic>
          <p:nvPicPr>
            <p:cNvPr id="13" name="Object 10" descr="preencoded.png">
              <a:extLst>
                <a:ext uri="{FF2B5EF4-FFF2-40B4-BE49-F238E27FC236}">
                  <a16:creationId xmlns:a16="http://schemas.microsoft.com/office/drawing/2014/main" id="{A7CA2BE7-C3AF-D583-A0DF-73CD4C106E85}"/>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663565" y="1975453"/>
              <a:ext cx="76181" cy="95226"/>
            </a:xfrm>
            <a:prstGeom prst="rect">
              <a:avLst/>
            </a:prstGeom>
          </p:spPr>
        </p:pic>
        <p:pic>
          <p:nvPicPr>
            <p:cNvPr id="14" name="Object 11" descr="preencoded.png">
              <a:extLst>
                <a:ext uri="{FF2B5EF4-FFF2-40B4-BE49-F238E27FC236}">
                  <a16:creationId xmlns:a16="http://schemas.microsoft.com/office/drawing/2014/main" id="{365F26BF-73CB-395E-D228-3867716BB1EE}"/>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3416101" y="2333313"/>
              <a:ext cx="95226" cy="95226"/>
            </a:xfrm>
            <a:prstGeom prst="rect">
              <a:avLst/>
            </a:prstGeom>
          </p:spPr>
        </p:pic>
        <p:pic>
          <p:nvPicPr>
            <p:cNvPr id="15" name="Object 12" descr="preencoded.png">
              <a:extLst>
                <a:ext uri="{FF2B5EF4-FFF2-40B4-BE49-F238E27FC236}">
                  <a16:creationId xmlns:a16="http://schemas.microsoft.com/office/drawing/2014/main" id="{F44F5657-023D-F309-CDE9-54B3009023A6}"/>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4692129" y="2965806"/>
              <a:ext cx="1733117" cy="1399825"/>
            </a:xfrm>
            <a:prstGeom prst="rect">
              <a:avLst/>
            </a:prstGeom>
          </p:spPr>
        </p:pic>
        <p:pic>
          <p:nvPicPr>
            <p:cNvPr id="16" name="Object 13" descr="preencoded.png">
              <a:extLst>
                <a:ext uri="{FF2B5EF4-FFF2-40B4-BE49-F238E27FC236}">
                  <a16:creationId xmlns:a16="http://schemas.microsoft.com/office/drawing/2014/main" id="{BCCBA47C-94F6-AA6C-91EF-F436AABA94D0}"/>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6377633" y="4356107"/>
              <a:ext cx="76181" cy="95226"/>
            </a:xfrm>
            <a:prstGeom prst="rect">
              <a:avLst/>
            </a:prstGeom>
          </p:spPr>
        </p:pic>
        <p:pic>
          <p:nvPicPr>
            <p:cNvPr id="17" name="Object 14" descr="preencoded.png">
              <a:extLst>
                <a:ext uri="{FF2B5EF4-FFF2-40B4-BE49-F238E27FC236}">
                  <a16:creationId xmlns:a16="http://schemas.microsoft.com/office/drawing/2014/main" id="{AF9772B0-4E4D-CD41-426F-6A80E5EA9457}"/>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4697753" y="3674765"/>
              <a:ext cx="95226" cy="95226"/>
            </a:xfrm>
            <a:prstGeom prst="rect">
              <a:avLst/>
            </a:prstGeom>
          </p:spPr>
        </p:pic>
        <p:pic>
          <p:nvPicPr>
            <p:cNvPr id="18" name="Object 15" descr="preencoded.png">
              <a:extLst>
                <a:ext uri="{FF2B5EF4-FFF2-40B4-BE49-F238E27FC236}">
                  <a16:creationId xmlns:a16="http://schemas.microsoft.com/office/drawing/2014/main" id="{10FFA3F1-D121-FC38-117E-B38D74B1915D}"/>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6406205" y="4203746"/>
              <a:ext cx="971307" cy="1885479"/>
            </a:xfrm>
            <a:prstGeom prst="rect">
              <a:avLst/>
            </a:prstGeom>
          </p:spPr>
        </p:pic>
        <p:pic>
          <p:nvPicPr>
            <p:cNvPr id="19" name="Object 16" descr="preencoded.png">
              <a:extLst>
                <a:ext uri="{FF2B5EF4-FFF2-40B4-BE49-F238E27FC236}">
                  <a16:creationId xmlns:a16="http://schemas.microsoft.com/office/drawing/2014/main" id="{63640E44-1B62-BC34-3F48-A83D12C5FA53}"/>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7329906" y="4118043"/>
              <a:ext cx="76181" cy="95226"/>
            </a:xfrm>
            <a:prstGeom prst="rect">
              <a:avLst/>
            </a:prstGeom>
          </p:spPr>
        </p:pic>
        <p:pic>
          <p:nvPicPr>
            <p:cNvPr id="20" name="Object 17" descr="preencoded.png">
              <a:extLst>
                <a:ext uri="{FF2B5EF4-FFF2-40B4-BE49-F238E27FC236}">
                  <a16:creationId xmlns:a16="http://schemas.microsoft.com/office/drawing/2014/main" id="{CF12598C-D8EE-40DD-AB1D-0E75F36C2AE7}"/>
                </a:ext>
              </a:extLst>
            </p:cNvPr>
            <p:cNvPicPr>
              <a:picLocks noChangeAspect="1"/>
            </p:cNvPicPr>
            <p:nvPr/>
          </p:nvPicPr>
          <p:blipFill>
            <a:blip r:embed="rId6">
              <a:extLst>
                <a:ext uri="{96DAC541-7B7A-43D3-8B79-37D633B846F1}">
                  <asvg:svgBlip xmlns:asvg="http://schemas.microsoft.com/office/drawing/2016/SVG/main" r:embed="rId30"/>
                </a:ext>
              </a:extLst>
            </a:blip>
            <a:stretch>
              <a:fillRect/>
            </a:stretch>
          </p:blipFill>
          <p:spPr>
            <a:xfrm>
              <a:off x="6551235" y="6028755"/>
              <a:ext cx="95226" cy="95226"/>
            </a:xfrm>
            <a:prstGeom prst="rect">
              <a:avLst/>
            </a:prstGeom>
          </p:spPr>
        </p:pic>
        <p:pic>
          <p:nvPicPr>
            <p:cNvPr id="21" name="Object 18" descr="preencoded.png">
              <a:extLst>
                <a:ext uri="{FF2B5EF4-FFF2-40B4-BE49-F238E27FC236}">
                  <a16:creationId xmlns:a16="http://schemas.microsoft.com/office/drawing/2014/main" id="{2231202F-0236-66F4-8804-B182031940C2}"/>
                </a:ext>
              </a:extLst>
            </p:cNvPr>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7358469" y="1846898"/>
              <a:ext cx="428518" cy="1371257"/>
            </a:xfrm>
            <a:prstGeom prst="rect">
              <a:avLst/>
            </a:prstGeom>
          </p:spPr>
        </p:pic>
        <p:pic>
          <p:nvPicPr>
            <p:cNvPr id="22" name="Object 19" descr="preencoded.png">
              <a:extLst>
                <a:ext uri="{FF2B5EF4-FFF2-40B4-BE49-F238E27FC236}">
                  <a16:creationId xmlns:a16="http://schemas.microsoft.com/office/drawing/2014/main" id="{D73F4B94-A355-BE6F-2636-2349E4C5C077}"/>
                </a:ext>
              </a:extLst>
            </p:cNvPr>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7772701" y="1818329"/>
              <a:ext cx="95226" cy="76181"/>
            </a:xfrm>
            <a:prstGeom prst="rect">
              <a:avLst/>
            </a:prstGeom>
          </p:spPr>
        </p:pic>
        <p:pic>
          <p:nvPicPr>
            <p:cNvPr id="23" name="Object 20" descr="preencoded.png">
              <a:extLst>
                <a:ext uri="{FF2B5EF4-FFF2-40B4-BE49-F238E27FC236}">
                  <a16:creationId xmlns:a16="http://schemas.microsoft.com/office/drawing/2014/main" id="{CFB3D7C5-C9CA-B5CF-9814-6901858B69CD}"/>
                </a:ext>
              </a:extLst>
            </p:cNvPr>
            <p:cNvPicPr>
              <a:picLocks noChangeAspect="1"/>
            </p:cNvPicPr>
            <p:nvPr/>
          </p:nvPicPr>
          <p:blipFill>
            <a:blip r:embed="rId12">
              <a:extLst>
                <a:ext uri="{96DAC541-7B7A-43D3-8B79-37D633B846F1}">
                  <asvg:svgBlip xmlns:asvg="http://schemas.microsoft.com/office/drawing/2016/SVG/main" r:embed="rId35"/>
                </a:ext>
              </a:extLst>
            </a:blip>
            <a:stretch>
              <a:fillRect/>
            </a:stretch>
          </p:blipFill>
          <p:spPr>
            <a:xfrm>
              <a:off x="7320377" y="2715646"/>
              <a:ext cx="95226" cy="95226"/>
            </a:xfrm>
            <a:prstGeom prst="rect">
              <a:avLst/>
            </a:prstGeom>
          </p:spPr>
        </p:pic>
        <p:pic>
          <p:nvPicPr>
            <p:cNvPr id="24" name="Object 21" descr="preencoded.png">
              <a:extLst>
                <a:ext uri="{FF2B5EF4-FFF2-40B4-BE49-F238E27FC236}">
                  <a16:creationId xmlns:a16="http://schemas.microsoft.com/office/drawing/2014/main" id="{B017E0C6-8522-2DA5-09F2-52ED268FA96B}"/>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8763051" y="1846898"/>
              <a:ext cx="1371257" cy="618970"/>
            </a:xfrm>
            <a:prstGeom prst="rect">
              <a:avLst/>
            </a:prstGeom>
          </p:spPr>
        </p:pic>
        <p:pic>
          <p:nvPicPr>
            <p:cNvPr id="25" name="Object 22" descr="preencoded.png">
              <a:extLst>
                <a:ext uri="{FF2B5EF4-FFF2-40B4-BE49-F238E27FC236}">
                  <a16:creationId xmlns:a16="http://schemas.microsoft.com/office/drawing/2014/main" id="{F664FBC9-5356-FC2E-A92E-21F9E545FB63}"/>
                </a:ext>
              </a:extLst>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10091462" y="2451584"/>
              <a:ext cx="76181" cy="95226"/>
            </a:xfrm>
            <a:prstGeom prst="rect">
              <a:avLst/>
            </a:prstGeom>
          </p:spPr>
        </p:pic>
        <p:pic>
          <p:nvPicPr>
            <p:cNvPr id="26" name="Object 23" descr="preencoded.png">
              <a:extLst>
                <a:ext uri="{FF2B5EF4-FFF2-40B4-BE49-F238E27FC236}">
                  <a16:creationId xmlns:a16="http://schemas.microsoft.com/office/drawing/2014/main" id="{FA69AB40-4FBC-B885-921D-95DB5A5E7D04}"/>
                </a:ext>
              </a:extLst>
            </p:cNvPr>
            <p:cNvPicPr>
              <a:picLocks noChangeAspect="1"/>
            </p:cNvPicPr>
            <p:nvPr/>
          </p:nvPicPr>
          <p:blipFill>
            <a:blip r:embed="rId6">
              <a:extLst>
                <a:ext uri="{96DAC541-7B7A-43D3-8B79-37D633B846F1}">
                  <asvg:svgBlip xmlns:asvg="http://schemas.microsoft.com/office/drawing/2016/SVG/main" r:embed="rId40"/>
                </a:ext>
              </a:extLst>
            </a:blip>
            <a:stretch>
              <a:fillRect/>
            </a:stretch>
          </p:blipFill>
          <p:spPr>
            <a:xfrm>
              <a:off x="9223757" y="1808807"/>
              <a:ext cx="95226" cy="95226"/>
            </a:xfrm>
            <a:prstGeom prst="rect">
              <a:avLst/>
            </a:prstGeom>
          </p:spPr>
        </p:pic>
        <p:pic>
          <p:nvPicPr>
            <p:cNvPr id="27" name="Object 24" descr="preencoded.png">
              <a:extLst>
                <a:ext uri="{FF2B5EF4-FFF2-40B4-BE49-F238E27FC236}">
                  <a16:creationId xmlns:a16="http://schemas.microsoft.com/office/drawing/2014/main" id="{2C7A205E-54EF-16D4-D553-C6BC34E776F4}"/>
                </a:ext>
              </a:extLst>
            </p:cNvPr>
            <p:cNvPicPr>
              <a:picLocks noChangeAspect="1"/>
            </p:cNvPicPr>
            <p:nvPr/>
          </p:nvPicPr>
          <p:blipFill>
            <a:blip r:embed="rId41">
              <a:extLst>
                <a:ext uri="{96DAC541-7B7A-43D3-8B79-37D633B846F1}">
                  <asvg:svgBlip xmlns:asvg="http://schemas.microsoft.com/office/drawing/2016/SVG/main" r:embed="rId42"/>
                </a:ext>
              </a:extLst>
            </a:blip>
            <a:stretch>
              <a:fillRect/>
            </a:stretch>
          </p:blipFill>
          <p:spPr>
            <a:xfrm>
              <a:off x="10120026" y="3441936"/>
              <a:ext cx="19045" cy="638015"/>
            </a:xfrm>
            <a:prstGeom prst="rect">
              <a:avLst/>
            </a:prstGeom>
          </p:spPr>
        </p:pic>
        <p:pic>
          <p:nvPicPr>
            <p:cNvPr id="28" name="Object 25" descr="preencoded.png">
              <a:extLst>
                <a:ext uri="{FF2B5EF4-FFF2-40B4-BE49-F238E27FC236}">
                  <a16:creationId xmlns:a16="http://schemas.microsoft.com/office/drawing/2014/main" id="{F90CC1E5-BC00-026C-7DC8-27E41C992358}"/>
                </a:ext>
              </a:extLst>
            </p:cNvPr>
            <p:cNvPicPr>
              <a:picLocks noChangeAspect="1"/>
            </p:cNvPicPr>
            <p:nvPr/>
          </p:nvPicPr>
          <p:blipFill>
            <a:blip r:embed="rId16">
              <a:extLst>
                <a:ext uri="{96DAC541-7B7A-43D3-8B79-37D633B846F1}">
                  <asvg:svgBlip xmlns:asvg="http://schemas.microsoft.com/office/drawing/2016/SVG/main" r:embed="rId43"/>
                </a:ext>
              </a:extLst>
            </a:blip>
            <a:stretch>
              <a:fillRect/>
            </a:stretch>
          </p:blipFill>
          <p:spPr>
            <a:xfrm>
              <a:off x="10091462" y="4070429"/>
              <a:ext cx="76181" cy="95226"/>
            </a:xfrm>
            <a:prstGeom prst="rect">
              <a:avLst/>
            </a:prstGeom>
          </p:spPr>
        </p:pic>
        <p:pic>
          <p:nvPicPr>
            <p:cNvPr id="29" name="Object 26" descr="preencoded.png">
              <a:extLst>
                <a:ext uri="{FF2B5EF4-FFF2-40B4-BE49-F238E27FC236}">
                  <a16:creationId xmlns:a16="http://schemas.microsoft.com/office/drawing/2014/main" id="{E944E0A4-16A8-EA89-C217-8628C20AD9F3}"/>
                </a:ext>
              </a:extLst>
            </p:cNvPr>
            <p:cNvPicPr>
              <a:picLocks noChangeAspect="1"/>
            </p:cNvPicPr>
            <p:nvPr/>
          </p:nvPicPr>
          <p:blipFill>
            <a:blip r:embed="rId18">
              <a:extLst>
                <a:ext uri="{96DAC541-7B7A-43D3-8B79-37D633B846F1}">
                  <asvg:svgBlip xmlns:asvg="http://schemas.microsoft.com/office/drawing/2016/SVG/main" r:embed="rId44"/>
                </a:ext>
              </a:extLst>
            </a:blip>
            <a:stretch>
              <a:fillRect/>
            </a:stretch>
          </p:blipFill>
          <p:spPr>
            <a:xfrm>
              <a:off x="10081933" y="3562017"/>
              <a:ext cx="95226" cy="95226"/>
            </a:xfrm>
            <a:prstGeom prst="rect">
              <a:avLst/>
            </a:prstGeom>
          </p:spPr>
        </p:pic>
        <p:sp>
          <p:nvSpPr>
            <p:cNvPr id="30" name="Object 27">
              <a:extLst>
                <a:ext uri="{FF2B5EF4-FFF2-40B4-BE49-F238E27FC236}">
                  <a16:creationId xmlns:a16="http://schemas.microsoft.com/office/drawing/2014/main" id="{07C6C9C9-2C97-1539-3BF6-E0BF6A98CC3A}"/>
                </a:ext>
              </a:extLst>
            </p:cNvPr>
            <p:cNvSpPr/>
            <p:nvPr/>
          </p:nvSpPr>
          <p:spPr>
            <a:xfrm>
              <a:off x="1031737" y="1557372"/>
              <a:ext cx="1054916" cy="242255"/>
            </a:xfrm>
            <a:prstGeom prst="rect">
              <a:avLst/>
            </a:prstGeom>
            <a:noFill/>
          </p:spPr>
          <p:txBody>
            <a:bodyPr wrap="square" lIns="0" tIns="0" rIns="0" bIns="0" rtlCol="0" anchor="t"/>
            <a:lstStyle/>
            <a:p>
              <a:pPr marL="0" marR="0" lvl="0" indent="0" algn="ctr" defTabSz="914400" rtl="0" eaLnBrk="1" fontAlgn="auto" latinLnBrk="0" hangingPunct="1">
                <a:lnSpc>
                  <a:spcPts val="2354"/>
                </a:lnSpc>
                <a:spcBef>
                  <a:spcPts val="0"/>
                </a:spcBef>
                <a:spcAft>
                  <a:spcPts val="600"/>
                </a:spcAft>
                <a:buClrTx/>
                <a:buSzTx/>
                <a:buFontTx/>
                <a:buNone/>
                <a:tabLst/>
                <a:defRPr/>
              </a:pPr>
              <a:r>
                <a:rPr kumimoji="0" lang="en-US" sz="2300" b="1" i="0" u="none" strike="noStrike" kern="1200" cap="none" spc="0" normalizeH="0" baseline="0" noProof="0">
                  <a:ln>
                    <a:noFill/>
                  </a:ln>
                  <a:solidFill>
                    <a:srgbClr val="243557"/>
                  </a:solidFill>
                  <a:effectLst/>
                  <a:uLnTx/>
                  <a:uFillTx/>
                  <a:latin typeface="Calibri" panose="020F0502020204030204" pitchFamily="34" charset="0"/>
                  <a:ea typeface="Source Sans Pro" pitchFamily="34" charset="-122"/>
                  <a:cs typeface="Calibri" panose="020F0502020204030204" pitchFamily="34" charset="0"/>
                </a:rPr>
                <a:t>#1</a:t>
              </a:r>
              <a:endParaRPr kumimoji="0" lang="en-US" sz="1800" b="0" i="0" u="none" strike="noStrike" kern="1200" cap="none" spc="0" normalizeH="0" baseline="0" noProof="0">
                <a:ln>
                  <a:noFill/>
                </a:ln>
                <a:solidFill>
                  <a:prstClr val="black"/>
                </a:solidFill>
                <a:effectLst/>
                <a:uLnTx/>
                <a:uFillTx/>
                <a:latin typeface="Calibri" panose="020F0502020204030204" pitchFamily="34" charset="0"/>
                <a:cs typeface="Calibri" panose="020F0502020204030204" pitchFamily="34" charset="0"/>
              </a:endParaRPr>
            </a:p>
          </p:txBody>
        </p:sp>
        <p:sp>
          <p:nvSpPr>
            <p:cNvPr id="31" name="Object 28">
              <a:extLst>
                <a:ext uri="{FF2B5EF4-FFF2-40B4-BE49-F238E27FC236}">
                  <a16:creationId xmlns:a16="http://schemas.microsoft.com/office/drawing/2014/main" id="{5F7E71E8-497A-9D5C-1972-52296532F19A}"/>
                </a:ext>
              </a:extLst>
            </p:cNvPr>
            <p:cNvSpPr/>
            <p:nvPr/>
          </p:nvSpPr>
          <p:spPr>
            <a:xfrm>
              <a:off x="140248" y="1928144"/>
              <a:ext cx="2837893" cy="142535"/>
            </a:xfrm>
            <a:prstGeom prst="rect">
              <a:avLst/>
            </a:prstGeom>
            <a:noFill/>
          </p:spPr>
          <p:txBody>
            <a:bodyPr wrap="square" lIns="0" tIns="0" rIns="0" bIns="0" rtlCol="0" anchor="t"/>
            <a:lstStyle/>
            <a:p>
              <a:pPr marL="0" marR="0" lvl="0" indent="0" algn="ctr" defTabSz="914400" rtl="0" eaLnBrk="1" fontAlgn="auto" latinLnBrk="0" hangingPunct="1">
                <a:lnSpc>
                  <a:spcPts val="1256"/>
                </a:lnSpc>
                <a:spcBef>
                  <a:spcPts val="0"/>
                </a:spcBef>
                <a:spcAft>
                  <a:spcPts val="600"/>
                </a:spcAft>
                <a:buClrTx/>
                <a:buSzTx/>
                <a:buFontTx/>
                <a:buNone/>
                <a:tabLst/>
                <a:defRPr/>
              </a:pPr>
              <a:r>
                <a:rPr kumimoji="0" lang="en-US" sz="1400" b="0" i="0" u="none" strike="noStrike" kern="1200" cap="none" spc="0" normalizeH="0" baseline="0" noProof="0">
                  <a:ln>
                    <a:noFill/>
                  </a:ln>
                  <a:effectLst/>
                  <a:uLnTx/>
                  <a:uFillTx/>
                  <a:latin typeface="Calibri" panose="020F0502020204030204" pitchFamily="34" charset="0"/>
                  <a:ea typeface="Source Sans Pro" pitchFamily="34" charset="-122"/>
                  <a:cs typeface="Calibri" panose="020F0502020204030204" pitchFamily="34" charset="0"/>
                </a:rPr>
                <a:t>RESEARCHER SUBMITS PROPOSAL</a:t>
              </a:r>
              <a:endParaRPr kumimoji="0" lang="en-US" sz="2000" b="0" i="0" u="none" strike="noStrike" kern="1200" cap="none" spc="0" normalizeH="0" baseline="0" noProof="0">
                <a:ln>
                  <a:noFill/>
                </a:ln>
                <a:effectLst/>
                <a:uLnTx/>
                <a:uFillTx/>
                <a:latin typeface="Calibri" panose="020F0502020204030204" pitchFamily="34" charset="0"/>
                <a:cs typeface="Calibri" panose="020F0502020204030204" pitchFamily="34" charset="0"/>
              </a:endParaRPr>
            </a:p>
          </p:txBody>
        </p:sp>
        <p:pic>
          <p:nvPicPr>
            <p:cNvPr id="32" name="Object 29" descr="preencoded.png">
              <a:extLst>
                <a:ext uri="{FF2B5EF4-FFF2-40B4-BE49-F238E27FC236}">
                  <a16:creationId xmlns:a16="http://schemas.microsoft.com/office/drawing/2014/main" id="{7C2E887F-E6BE-83B0-8346-2BB6821421E3}"/>
                </a:ext>
              </a:extLst>
            </p:cNvPr>
            <p:cNvPicPr>
              <a:picLocks noChangeAspect="1"/>
            </p:cNvPicPr>
            <p:nvPr/>
          </p:nvPicPr>
          <p:blipFill>
            <a:blip r:embed="rId45">
              <a:extLst>
                <a:ext uri="{96DAC541-7B7A-43D3-8B79-37D633B846F1}">
                  <asvg:svgBlip xmlns:asvg="http://schemas.microsoft.com/office/drawing/2016/SVG/main" r:embed="rId46"/>
                </a:ext>
              </a:extLst>
            </a:blip>
            <a:stretch>
              <a:fillRect/>
            </a:stretch>
          </p:blipFill>
          <p:spPr>
            <a:xfrm>
              <a:off x="1426850" y="2344355"/>
              <a:ext cx="266633" cy="352337"/>
            </a:xfrm>
            <a:prstGeom prst="rect">
              <a:avLst/>
            </a:prstGeom>
          </p:spPr>
        </p:pic>
        <p:sp>
          <p:nvSpPr>
            <p:cNvPr id="33" name="Object 30">
              <a:extLst>
                <a:ext uri="{FF2B5EF4-FFF2-40B4-BE49-F238E27FC236}">
                  <a16:creationId xmlns:a16="http://schemas.microsoft.com/office/drawing/2014/main" id="{17E5838E-F98D-AFD9-8698-120F2C60ECA0}"/>
                </a:ext>
              </a:extLst>
            </p:cNvPr>
            <p:cNvSpPr>
              <a:spLocks noChangeAspect="1"/>
            </p:cNvSpPr>
            <p:nvPr/>
          </p:nvSpPr>
          <p:spPr>
            <a:xfrm>
              <a:off x="1202096" y="2165905"/>
              <a:ext cx="714196" cy="714196"/>
            </a:xfrm>
            <a:prstGeom prst="ellipse">
              <a:avLst/>
            </a:prstGeom>
            <a:noFill/>
            <a:ln w="25400">
              <a:solidFill>
                <a:srgbClr val="243557"/>
              </a:solidFill>
              <a:prstDash val="solid"/>
              <a:miter lim="800000"/>
            </a:ln>
          </p:spPr>
        </p:sp>
        <p:sp>
          <p:nvSpPr>
            <p:cNvPr id="34" name="Object 31">
              <a:extLst>
                <a:ext uri="{FF2B5EF4-FFF2-40B4-BE49-F238E27FC236}">
                  <a16:creationId xmlns:a16="http://schemas.microsoft.com/office/drawing/2014/main" id="{F96281C7-373F-06C9-C1F8-B08BCA8E39D2}"/>
                </a:ext>
              </a:extLst>
            </p:cNvPr>
            <p:cNvSpPr/>
            <p:nvPr/>
          </p:nvSpPr>
          <p:spPr>
            <a:xfrm>
              <a:off x="2079225" y="5300561"/>
              <a:ext cx="1054916" cy="242255"/>
            </a:xfrm>
            <a:prstGeom prst="rect">
              <a:avLst/>
            </a:prstGeom>
            <a:noFill/>
          </p:spPr>
          <p:txBody>
            <a:bodyPr wrap="square" lIns="0" tIns="0" rIns="0" bIns="0" rtlCol="0" anchor="t"/>
            <a:lstStyle/>
            <a:p>
              <a:pPr marL="0" marR="0" lvl="0" indent="0" algn="ctr" defTabSz="914400" rtl="0" eaLnBrk="1" fontAlgn="auto" latinLnBrk="0" hangingPunct="1">
                <a:lnSpc>
                  <a:spcPts val="2354"/>
                </a:lnSpc>
                <a:spcBef>
                  <a:spcPts val="0"/>
                </a:spcBef>
                <a:spcAft>
                  <a:spcPts val="600"/>
                </a:spcAft>
                <a:buClrTx/>
                <a:buSzTx/>
                <a:buFontTx/>
                <a:buNone/>
                <a:tabLst/>
                <a:defRPr/>
              </a:pPr>
              <a:r>
                <a:rPr kumimoji="0" lang="en-US" sz="2300" b="1" i="0" u="none" strike="noStrike" kern="1200" cap="none" spc="0" normalizeH="0" baseline="0" noProof="0">
                  <a:ln>
                    <a:noFill/>
                  </a:ln>
                  <a:solidFill>
                    <a:srgbClr val="F6610C"/>
                  </a:solidFill>
                  <a:effectLst/>
                  <a:uLnTx/>
                  <a:uFillTx/>
                  <a:latin typeface="Calibri" panose="020F0502020204030204" pitchFamily="34" charset="0"/>
                  <a:ea typeface="Source Sans Pro" pitchFamily="34" charset="-122"/>
                  <a:cs typeface="Calibri" panose="020F0502020204030204" pitchFamily="34" charset="0"/>
                </a:rPr>
                <a:t>#2</a:t>
              </a:r>
              <a:endParaRPr kumimoji="0" lang="en-US" sz="1800" b="0" i="0" u="none" strike="noStrike" kern="1200" cap="none" spc="0" normalizeH="0" baseline="0" noProof="0">
                <a:ln>
                  <a:noFill/>
                </a:ln>
                <a:solidFill>
                  <a:prstClr val="black"/>
                </a:solidFill>
                <a:effectLst/>
                <a:uLnTx/>
                <a:uFillTx/>
                <a:latin typeface="Calibri" panose="020F0502020204030204" pitchFamily="34" charset="0"/>
                <a:cs typeface="Calibri" panose="020F0502020204030204" pitchFamily="34" charset="0"/>
              </a:endParaRPr>
            </a:p>
          </p:txBody>
        </p:sp>
        <p:sp>
          <p:nvSpPr>
            <p:cNvPr id="35" name="Object 32">
              <a:extLst>
                <a:ext uri="{FF2B5EF4-FFF2-40B4-BE49-F238E27FC236}">
                  <a16:creationId xmlns:a16="http://schemas.microsoft.com/office/drawing/2014/main" id="{4BB6FA8B-ED50-E813-5AEB-D9759A431A2B}"/>
                </a:ext>
              </a:extLst>
            </p:cNvPr>
            <p:cNvSpPr/>
            <p:nvPr/>
          </p:nvSpPr>
          <p:spPr>
            <a:xfrm>
              <a:off x="1387712" y="5671333"/>
              <a:ext cx="2437943" cy="142535"/>
            </a:xfrm>
            <a:prstGeom prst="rect">
              <a:avLst/>
            </a:prstGeom>
            <a:noFill/>
          </p:spPr>
          <p:txBody>
            <a:bodyPr wrap="square" lIns="0" tIns="0" rIns="0" bIns="0" rtlCol="0" anchor="t"/>
            <a:lstStyle/>
            <a:p>
              <a:pPr marL="0" marR="0" lvl="0" indent="0" algn="ctr" defTabSz="914400" rtl="0" eaLnBrk="1" fontAlgn="auto" latinLnBrk="0" hangingPunct="1">
                <a:lnSpc>
                  <a:spcPts val="1256"/>
                </a:lnSpc>
                <a:spcBef>
                  <a:spcPts val="0"/>
                </a:spcBef>
                <a:spcAft>
                  <a:spcPts val="600"/>
                </a:spcAft>
                <a:buClrTx/>
                <a:buSzTx/>
                <a:buFontTx/>
                <a:buNone/>
                <a:tabLst/>
                <a:defRPr/>
              </a:pPr>
              <a:r>
                <a:rPr kumimoji="0" lang="en-US" sz="1400" b="0" i="0" u="none" strike="noStrike" kern="1200" cap="none" spc="0" normalizeH="0" baseline="0" noProof="0">
                  <a:ln>
                    <a:noFill/>
                  </a:ln>
                  <a:effectLst/>
                  <a:uLnTx/>
                  <a:uFillTx/>
                  <a:latin typeface="Calibri" panose="020F0502020204030204" pitchFamily="34" charset="0"/>
                  <a:ea typeface="Source Sans Pro" pitchFamily="34" charset="-122"/>
                  <a:cs typeface="Calibri" panose="020F0502020204030204" pitchFamily="34" charset="0"/>
                </a:rPr>
                <a:t>FAVORABLE PEER REVIEW</a:t>
              </a:r>
              <a:endParaRPr kumimoji="0" lang="en-US" sz="2000" b="0" i="0" u="none" strike="noStrike" kern="1200" cap="none" spc="0" normalizeH="0" baseline="0" noProof="0">
                <a:ln>
                  <a:noFill/>
                </a:ln>
                <a:effectLst/>
                <a:uLnTx/>
                <a:uFillTx/>
                <a:latin typeface="Calibri" panose="020F0502020204030204" pitchFamily="34" charset="0"/>
                <a:cs typeface="Calibri" panose="020F0502020204030204" pitchFamily="34" charset="0"/>
              </a:endParaRPr>
            </a:p>
          </p:txBody>
        </p:sp>
        <p:pic>
          <p:nvPicPr>
            <p:cNvPr id="36" name="Object 33" descr="preencoded.png">
              <a:extLst>
                <a:ext uri="{FF2B5EF4-FFF2-40B4-BE49-F238E27FC236}">
                  <a16:creationId xmlns:a16="http://schemas.microsoft.com/office/drawing/2014/main" id="{44AE381F-3C06-07C0-88B9-DDD742B3CECF}"/>
                </a:ext>
              </a:extLst>
            </p:cNvPr>
            <p:cNvPicPr>
              <a:picLocks noChangeAspect="1"/>
            </p:cNvPicPr>
            <p:nvPr/>
          </p:nvPicPr>
          <p:blipFill>
            <a:blip r:embed="rId47">
              <a:extLst>
                <a:ext uri="{96DAC541-7B7A-43D3-8B79-37D633B846F1}">
                  <asvg:svgBlip xmlns:asvg="http://schemas.microsoft.com/office/drawing/2016/SVG/main" r:embed="rId48"/>
                </a:ext>
              </a:extLst>
            </a:blip>
            <a:stretch>
              <a:fillRect/>
            </a:stretch>
          </p:blipFill>
          <p:spPr>
            <a:xfrm>
              <a:off x="2428032" y="4666462"/>
              <a:ext cx="352337" cy="285679"/>
            </a:xfrm>
            <a:prstGeom prst="rect">
              <a:avLst/>
            </a:prstGeom>
          </p:spPr>
        </p:pic>
        <p:sp>
          <p:nvSpPr>
            <p:cNvPr id="37" name="Object 34">
              <a:extLst>
                <a:ext uri="{FF2B5EF4-FFF2-40B4-BE49-F238E27FC236}">
                  <a16:creationId xmlns:a16="http://schemas.microsoft.com/office/drawing/2014/main" id="{91D915A2-207C-CDB1-7FC7-B722C166440E}"/>
                </a:ext>
              </a:extLst>
            </p:cNvPr>
            <p:cNvSpPr>
              <a:spLocks noChangeAspect="1"/>
            </p:cNvSpPr>
            <p:nvPr/>
          </p:nvSpPr>
          <p:spPr>
            <a:xfrm>
              <a:off x="2249584" y="4451334"/>
              <a:ext cx="714196" cy="714196"/>
            </a:xfrm>
            <a:prstGeom prst="ellipse">
              <a:avLst/>
            </a:prstGeom>
            <a:noFill/>
            <a:ln w="25400">
              <a:solidFill>
                <a:srgbClr val="F6610C"/>
              </a:solidFill>
              <a:prstDash val="solid"/>
              <a:miter lim="800000"/>
            </a:ln>
          </p:spPr>
        </p:sp>
        <p:sp>
          <p:nvSpPr>
            <p:cNvPr id="38" name="Object 35">
              <a:extLst>
                <a:ext uri="{FF2B5EF4-FFF2-40B4-BE49-F238E27FC236}">
                  <a16:creationId xmlns:a16="http://schemas.microsoft.com/office/drawing/2014/main" id="{40BD73A9-298E-F067-FE07-C32CB31F4588}"/>
                </a:ext>
              </a:extLst>
            </p:cNvPr>
            <p:cNvSpPr/>
            <p:nvPr/>
          </p:nvSpPr>
          <p:spPr>
            <a:xfrm>
              <a:off x="1042972" y="3254024"/>
              <a:ext cx="1968422" cy="242255"/>
            </a:xfrm>
            <a:prstGeom prst="rect">
              <a:avLst/>
            </a:prstGeom>
            <a:noFill/>
          </p:spPr>
          <p:txBody>
            <a:bodyPr wrap="square" lIns="0" tIns="0" rIns="0" bIns="0" rtlCol="0" anchor="t"/>
            <a:lstStyle/>
            <a:p>
              <a:pPr marL="0" marR="0" lvl="0" indent="0" algn="r" defTabSz="914400" rtl="0" eaLnBrk="1" fontAlgn="auto" latinLnBrk="0" hangingPunct="1">
                <a:lnSpc>
                  <a:spcPts val="2354"/>
                </a:lnSpc>
                <a:spcBef>
                  <a:spcPts val="0"/>
                </a:spcBef>
                <a:spcAft>
                  <a:spcPts val="600"/>
                </a:spcAft>
                <a:buClrTx/>
                <a:buSzTx/>
                <a:buFontTx/>
                <a:buNone/>
                <a:tabLst/>
                <a:defRPr/>
              </a:pPr>
              <a:r>
                <a:rPr kumimoji="0" lang="en-US" sz="2300" b="1" i="0" u="none" strike="noStrike" kern="1200" cap="none" spc="0" normalizeH="0" baseline="0" noProof="0">
                  <a:ln>
                    <a:noFill/>
                  </a:ln>
                  <a:solidFill>
                    <a:srgbClr val="A20E57"/>
                  </a:solidFill>
                  <a:effectLst/>
                  <a:uLnTx/>
                  <a:uFillTx/>
                  <a:latin typeface="Calibri" panose="020F0502020204030204" pitchFamily="34" charset="0"/>
                  <a:ea typeface="Source Sans Pro" pitchFamily="34" charset="-122"/>
                  <a:cs typeface="Calibri" panose="020F0502020204030204" pitchFamily="34" charset="0"/>
                </a:rPr>
                <a:t>#3</a:t>
              </a:r>
              <a:endParaRPr kumimoji="0" lang="en-US" sz="1800" b="0" i="0" u="none" strike="noStrike" kern="1200" cap="none" spc="0" normalizeH="0" baseline="0" noProof="0">
                <a:ln>
                  <a:noFill/>
                </a:ln>
                <a:solidFill>
                  <a:prstClr val="black"/>
                </a:solidFill>
                <a:effectLst/>
                <a:uLnTx/>
                <a:uFillTx/>
                <a:latin typeface="Calibri" panose="020F0502020204030204" pitchFamily="34" charset="0"/>
                <a:cs typeface="Calibri" panose="020F0502020204030204" pitchFamily="34" charset="0"/>
              </a:endParaRPr>
            </a:p>
          </p:txBody>
        </p:sp>
        <p:sp>
          <p:nvSpPr>
            <p:cNvPr id="39" name="Object 36">
              <a:extLst>
                <a:ext uri="{FF2B5EF4-FFF2-40B4-BE49-F238E27FC236}">
                  <a16:creationId xmlns:a16="http://schemas.microsoft.com/office/drawing/2014/main" id="{81C31983-C6AB-C5AE-BB4B-8A2FDAAA1213}"/>
                </a:ext>
              </a:extLst>
            </p:cNvPr>
            <p:cNvSpPr/>
            <p:nvPr/>
          </p:nvSpPr>
          <p:spPr>
            <a:xfrm>
              <a:off x="1702038" y="3624797"/>
              <a:ext cx="1309356" cy="302792"/>
            </a:xfrm>
            <a:prstGeom prst="rect">
              <a:avLst/>
            </a:prstGeom>
            <a:noFill/>
          </p:spPr>
          <p:txBody>
            <a:bodyPr wrap="square" lIns="0" tIns="0" rIns="0" bIns="0" rtlCol="0" anchor="t"/>
            <a:lstStyle/>
            <a:p>
              <a:pPr marL="0" marR="0" lvl="0" indent="0" algn="r" defTabSz="914400" rtl="0" eaLnBrk="1" fontAlgn="auto" latinLnBrk="0" hangingPunct="1">
                <a:lnSpc>
                  <a:spcPts val="1256"/>
                </a:lnSpc>
                <a:spcBef>
                  <a:spcPts val="0"/>
                </a:spcBef>
                <a:spcAft>
                  <a:spcPts val="600"/>
                </a:spcAft>
                <a:buClrTx/>
                <a:buSzTx/>
                <a:buFontTx/>
                <a:buNone/>
                <a:tabLst/>
                <a:defRPr/>
              </a:pPr>
              <a:r>
                <a:rPr kumimoji="0" lang="en-US" sz="1400" i="0" u="none" strike="noStrike" kern="1200" cap="none" spc="0" normalizeH="0" baseline="0" noProof="0">
                  <a:ln>
                    <a:noFill/>
                  </a:ln>
                  <a:effectLst/>
                  <a:uLnTx/>
                  <a:uFillTx/>
                  <a:latin typeface="Calibri" panose="020F0502020204030204" pitchFamily="34" charset="0"/>
                  <a:ea typeface="Source Sans Pro" pitchFamily="34" charset="-122"/>
                  <a:cs typeface="Calibri" panose="020F0502020204030204" pitchFamily="34" charset="0"/>
                </a:rPr>
                <a:t>APPROVAL OF LOCAL</a:t>
              </a:r>
              <a:br>
                <a:rPr kumimoji="0" lang="en-US" sz="1400" i="0" u="none" strike="noStrike" kern="1200" cap="none" spc="0" normalizeH="0" baseline="0" noProof="0">
                  <a:ln>
                    <a:noFill/>
                  </a:ln>
                  <a:effectLst/>
                  <a:uLnTx/>
                  <a:uFillTx/>
                  <a:latin typeface="Calibri" panose="020F0502020204030204" pitchFamily="34" charset="0"/>
                  <a:ea typeface="Source Sans Pro" pitchFamily="34" charset="-122"/>
                  <a:cs typeface="Calibri" panose="020F0502020204030204" pitchFamily="34" charset="0"/>
                </a:rPr>
              </a:br>
              <a:r>
                <a:rPr kumimoji="0" lang="en-US" sz="1400" i="0" u="none" strike="noStrike" kern="1200" cap="none" spc="0" normalizeH="0" baseline="0" noProof="0">
                  <a:ln>
                    <a:noFill/>
                  </a:ln>
                  <a:effectLst/>
                  <a:uLnTx/>
                  <a:uFillTx/>
                  <a:latin typeface="Calibri" panose="020F0502020204030204" pitchFamily="34" charset="0"/>
                  <a:ea typeface="Source Sans Pro" pitchFamily="34" charset="-122"/>
                  <a:cs typeface="Calibri" panose="020F0502020204030204" pitchFamily="34" charset="0"/>
                </a:rPr>
                <a:t>R&amp;D COMMITTEE</a:t>
              </a:r>
              <a:endParaRPr kumimoji="0" lang="en-US" sz="2000" i="0" u="none" strike="noStrike" kern="1200" cap="none" spc="0" normalizeH="0" baseline="0" noProof="0">
                <a:ln>
                  <a:noFill/>
                </a:ln>
                <a:effectLst/>
                <a:uLnTx/>
                <a:uFillTx/>
                <a:latin typeface="Calibri" panose="020F0502020204030204" pitchFamily="34" charset="0"/>
                <a:cs typeface="Calibri" panose="020F0502020204030204" pitchFamily="34" charset="0"/>
              </a:endParaRPr>
            </a:p>
          </p:txBody>
        </p:sp>
        <p:pic>
          <p:nvPicPr>
            <p:cNvPr id="40" name="Object 37" descr="preencoded.png">
              <a:extLst>
                <a:ext uri="{FF2B5EF4-FFF2-40B4-BE49-F238E27FC236}">
                  <a16:creationId xmlns:a16="http://schemas.microsoft.com/office/drawing/2014/main" id="{549C47DC-BE09-7658-62AF-7785AE87B2FB}"/>
                </a:ext>
              </a:extLst>
            </p:cNvPr>
            <p:cNvPicPr>
              <a:picLocks noChangeAspect="1"/>
            </p:cNvPicPr>
            <p:nvPr/>
          </p:nvPicPr>
          <p:blipFill>
            <a:blip r:embed="rId49">
              <a:extLst>
                <a:ext uri="{96DAC541-7B7A-43D3-8B79-37D633B846F1}">
                  <asvg:svgBlip xmlns:asvg="http://schemas.microsoft.com/office/drawing/2016/SVG/main" r:embed="rId50"/>
                </a:ext>
              </a:extLst>
            </a:blip>
            <a:stretch>
              <a:fillRect/>
            </a:stretch>
          </p:blipFill>
          <p:spPr>
            <a:xfrm>
              <a:off x="3303466" y="3391942"/>
              <a:ext cx="323769" cy="352337"/>
            </a:xfrm>
            <a:prstGeom prst="rect">
              <a:avLst/>
            </a:prstGeom>
          </p:spPr>
        </p:pic>
        <p:sp>
          <p:nvSpPr>
            <p:cNvPr id="41" name="Object 38">
              <a:extLst>
                <a:ext uri="{FF2B5EF4-FFF2-40B4-BE49-F238E27FC236}">
                  <a16:creationId xmlns:a16="http://schemas.microsoft.com/office/drawing/2014/main" id="{38B66F2C-F887-1F15-234A-4DABFEB2C71B}"/>
                </a:ext>
              </a:extLst>
            </p:cNvPr>
            <p:cNvSpPr>
              <a:spLocks noChangeAspect="1"/>
            </p:cNvSpPr>
            <p:nvPr/>
          </p:nvSpPr>
          <p:spPr>
            <a:xfrm>
              <a:off x="3106620" y="3213393"/>
              <a:ext cx="714196" cy="714196"/>
            </a:xfrm>
            <a:prstGeom prst="ellipse">
              <a:avLst/>
            </a:prstGeom>
            <a:noFill/>
            <a:ln w="25400">
              <a:solidFill>
                <a:srgbClr val="A20E57"/>
              </a:solidFill>
              <a:prstDash val="solid"/>
              <a:miter lim="800000"/>
            </a:ln>
          </p:spPr>
        </p:sp>
        <p:sp>
          <p:nvSpPr>
            <p:cNvPr id="42" name="Object 39">
              <a:extLst>
                <a:ext uri="{FF2B5EF4-FFF2-40B4-BE49-F238E27FC236}">
                  <a16:creationId xmlns:a16="http://schemas.microsoft.com/office/drawing/2014/main" id="{B191315E-67D6-2D28-8C52-1EDF25A2A90D}"/>
                </a:ext>
              </a:extLst>
            </p:cNvPr>
            <p:cNvSpPr/>
            <p:nvPr/>
          </p:nvSpPr>
          <p:spPr>
            <a:xfrm>
              <a:off x="5153983" y="2126820"/>
              <a:ext cx="1336384" cy="242255"/>
            </a:xfrm>
            <a:prstGeom prst="rect">
              <a:avLst/>
            </a:prstGeom>
            <a:noFill/>
          </p:spPr>
          <p:txBody>
            <a:bodyPr wrap="square" lIns="0" tIns="0" rIns="0" bIns="0" rtlCol="0" anchor="t"/>
            <a:lstStyle/>
            <a:p>
              <a:pPr marL="0" marR="0" lvl="0" indent="0" algn="l" defTabSz="914400" rtl="0" eaLnBrk="1" fontAlgn="auto" latinLnBrk="0" hangingPunct="1">
                <a:lnSpc>
                  <a:spcPts val="2354"/>
                </a:lnSpc>
                <a:spcBef>
                  <a:spcPts val="0"/>
                </a:spcBef>
                <a:spcAft>
                  <a:spcPts val="600"/>
                </a:spcAft>
                <a:buClrTx/>
                <a:buSzTx/>
                <a:buFontTx/>
                <a:buNone/>
                <a:tabLst/>
                <a:defRPr/>
              </a:pPr>
              <a:r>
                <a:rPr kumimoji="0" lang="en-US" sz="2300" b="1" i="0" u="none" strike="noStrike" kern="1200" cap="none" spc="0" normalizeH="0" baseline="0" noProof="0">
                  <a:ln>
                    <a:noFill/>
                  </a:ln>
                  <a:solidFill>
                    <a:srgbClr val="F10032"/>
                  </a:solidFill>
                  <a:effectLst/>
                  <a:uLnTx/>
                  <a:uFillTx/>
                  <a:latin typeface="Calibri" panose="020F0502020204030204" pitchFamily="34" charset="0"/>
                  <a:ea typeface="Source Sans Pro" pitchFamily="34" charset="-122"/>
                  <a:cs typeface="Calibri" panose="020F0502020204030204" pitchFamily="34" charset="0"/>
                </a:rPr>
                <a:t>#4</a:t>
              </a:r>
              <a:endParaRPr kumimoji="0" lang="en-US" sz="1800" b="0" i="0" u="none" strike="noStrike" kern="1200" cap="none" spc="0" normalizeH="0" baseline="0" noProof="0">
                <a:ln>
                  <a:noFill/>
                </a:ln>
                <a:solidFill>
                  <a:prstClr val="black"/>
                </a:solidFill>
                <a:effectLst/>
                <a:uLnTx/>
                <a:uFillTx/>
                <a:latin typeface="Calibri" panose="020F0502020204030204" pitchFamily="34" charset="0"/>
                <a:cs typeface="Calibri" panose="020F0502020204030204" pitchFamily="34" charset="0"/>
              </a:endParaRPr>
            </a:p>
          </p:txBody>
        </p:sp>
        <p:sp>
          <p:nvSpPr>
            <p:cNvPr id="43" name="Object 40">
              <a:extLst>
                <a:ext uri="{FF2B5EF4-FFF2-40B4-BE49-F238E27FC236}">
                  <a16:creationId xmlns:a16="http://schemas.microsoft.com/office/drawing/2014/main" id="{8E9F930C-513F-197F-D307-8BC603D2414B}"/>
                </a:ext>
              </a:extLst>
            </p:cNvPr>
            <p:cNvSpPr/>
            <p:nvPr/>
          </p:nvSpPr>
          <p:spPr>
            <a:xfrm>
              <a:off x="5153983" y="2497593"/>
              <a:ext cx="1336384" cy="461398"/>
            </a:xfrm>
            <a:prstGeom prst="rect">
              <a:avLst/>
            </a:prstGeom>
            <a:noFill/>
          </p:spPr>
          <p:txBody>
            <a:bodyPr wrap="square" lIns="0" tIns="0" rIns="0" bIns="0" rtlCol="0" anchor="t"/>
            <a:lstStyle/>
            <a:p>
              <a:pPr marL="0" marR="0" lvl="0" indent="0" algn="l" defTabSz="914400" rtl="0" eaLnBrk="1" fontAlgn="auto" latinLnBrk="0" hangingPunct="1">
                <a:lnSpc>
                  <a:spcPts val="1256"/>
                </a:lnSpc>
                <a:spcBef>
                  <a:spcPts val="0"/>
                </a:spcBef>
                <a:spcAft>
                  <a:spcPts val="600"/>
                </a:spcAft>
                <a:buClrTx/>
                <a:buSzTx/>
                <a:buFontTx/>
                <a:buNone/>
                <a:tabLst/>
                <a:defRPr/>
              </a:pPr>
              <a:r>
                <a:rPr kumimoji="0" lang="en-US" sz="1400" b="0" i="0" u="none" strike="noStrike" kern="1200" cap="none" spc="0" normalizeH="0" baseline="0" noProof="0">
                  <a:ln>
                    <a:noFill/>
                  </a:ln>
                  <a:effectLst/>
                  <a:uLnTx/>
                  <a:uFillTx/>
                  <a:latin typeface="Calibri" panose="020F0502020204030204" pitchFamily="34" charset="0"/>
                  <a:ea typeface="Source Sans Pro" pitchFamily="34" charset="-122"/>
                  <a:cs typeface="Calibri" panose="020F0502020204030204" pitchFamily="34" charset="0"/>
                </a:rPr>
                <a:t>FUNDS SENT</a:t>
              </a:r>
              <a:br>
                <a:rPr kumimoji="0" lang="en-US" sz="1400" b="0" i="0" u="none" strike="noStrike" kern="1200" cap="none" spc="0" normalizeH="0" baseline="0" noProof="0">
                  <a:ln>
                    <a:noFill/>
                  </a:ln>
                  <a:effectLst/>
                  <a:uLnTx/>
                  <a:uFillTx/>
                  <a:latin typeface="Calibri" panose="020F0502020204030204" pitchFamily="34" charset="0"/>
                  <a:ea typeface="Source Sans Pro" pitchFamily="34" charset="-122"/>
                  <a:cs typeface="Calibri" panose="020F0502020204030204" pitchFamily="34" charset="0"/>
                </a:rPr>
              </a:br>
              <a:r>
                <a:rPr kumimoji="0" lang="en-US" sz="1400" b="0" i="0" u="none" strike="noStrike" kern="1200" cap="none" spc="0" normalizeH="0" baseline="0" noProof="0">
                  <a:ln>
                    <a:noFill/>
                  </a:ln>
                  <a:effectLst/>
                  <a:uLnTx/>
                  <a:uFillTx/>
                  <a:latin typeface="Calibri" panose="020F0502020204030204" pitchFamily="34" charset="0"/>
                  <a:ea typeface="Source Sans Pro" pitchFamily="34" charset="-122"/>
                  <a:cs typeface="Calibri" panose="020F0502020204030204" pitchFamily="34" charset="0"/>
                </a:rPr>
                <a:t>TO MEDICAL</a:t>
              </a:r>
              <a:br>
                <a:rPr kumimoji="0" lang="en-US" sz="1400" b="0" i="0" u="none" strike="noStrike" kern="1200" cap="none" spc="0" normalizeH="0" baseline="0" noProof="0">
                  <a:ln>
                    <a:noFill/>
                  </a:ln>
                  <a:effectLst/>
                  <a:uLnTx/>
                  <a:uFillTx/>
                  <a:latin typeface="Calibri" panose="020F0502020204030204" pitchFamily="34" charset="0"/>
                  <a:ea typeface="Source Sans Pro" pitchFamily="34" charset="-122"/>
                  <a:cs typeface="Calibri" panose="020F0502020204030204" pitchFamily="34" charset="0"/>
                </a:rPr>
              </a:br>
              <a:r>
                <a:rPr kumimoji="0" lang="en-US" sz="1400" b="0" i="0" u="none" strike="noStrike" kern="1200" cap="none" spc="0" normalizeH="0" baseline="0" noProof="0">
                  <a:ln>
                    <a:noFill/>
                  </a:ln>
                  <a:effectLst/>
                  <a:uLnTx/>
                  <a:uFillTx/>
                  <a:latin typeface="Calibri" panose="020F0502020204030204" pitchFamily="34" charset="0"/>
                  <a:ea typeface="Source Sans Pro" pitchFamily="34" charset="-122"/>
                  <a:cs typeface="Calibri" panose="020F0502020204030204" pitchFamily="34" charset="0"/>
                </a:rPr>
                <a:t>CENTER</a:t>
              </a:r>
              <a:endParaRPr kumimoji="0" lang="en-US" sz="2000" b="0" i="0" u="none" strike="noStrike" kern="1200" cap="none" spc="0" normalizeH="0" baseline="0" noProof="0">
                <a:ln>
                  <a:noFill/>
                </a:ln>
                <a:effectLst/>
                <a:uLnTx/>
                <a:uFillTx/>
                <a:latin typeface="Calibri" panose="020F0502020204030204" pitchFamily="34" charset="0"/>
                <a:cs typeface="Calibri" panose="020F0502020204030204" pitchFamily="34" charset="0"/>
              </a:endParaRPr>
            </a:p>
          </p:txBody>
        </p:sp>
        <p:pic>
          <p:nvPicPr>
            <p:cNvPr id="44" name="Object 41" descr="preencoded.png">
              <a:extLst>
                <a:ext uri="{FF2B5EF4-FFF2-40B4-BE49-F238E27FC236}">
                  <a16:creationId xmlns:a16="http://schemas.microsoft.com/office/drawing/2014/main" id="{54CBEF93-7E33-0262-B9B3-E2140CEA867A}"/>
                </a:ext>
              </a:extLst>
            </p:cNvPr>
            <p:cNvPicPr>
              <a:picLocks noChangeAspect="1"/>
            </p:cNvPicPr>
            <p:nvPr/>
          </p:nvPicPr>
          <p:blipFill>
            <a:blip r:embed="rId51">
              <a:extLst>
                <a:ext uri="{96DAC541-7B7A-43D3-8B79-37D633B846F1}">
                  <asvg:svgBlip xmlns:asvg="http://schemas.microsoft.com/office/drawing/2016/SVG/main" r:embed="rId52"/>
                </a:ext>
              </a:extLst>
            </a:blip>
            <a:stretch>
              <a:fillRect/>
            </a:stretch>
          </p:blipFill>
          <p:spPr>
            <a:xfrm>
              <a:off x="4523109" y="2365108"/>
              <a:ext cx="352337" cy="314246"/>
            </a:xfrm>
            <a:prstGeom prst="rect">
              <a:avLst/>
            </a:prstGeom>
          </p:spPr>
        </p:pic>
        <p:sp>
          <p:nvSpPr>
            <p:cNvPr id="45" name="Object 42">
              <a:extLst>
                <a:ext uri="{FF2B5EF4-FFF2-40B4-BE49-F238E27FC236}">
                  <a16:creationId xmlns:a16="http://schemas.microsoft.com/office/drawing/2014/main" id="{625386CF-0FCC-BDC7-35DA-68D0BCB0490D}"/>
                </a:ext>
              </a:extLst>
            </p:cNvPr>
            <p:cNvSpPr>
              <a:spLocks noChangeAspect="1"/>
            </p:cNvSpPr>
            <p:nvPr/>
          </p:nvSpPr>
          <p:spPr>
            <a:xfrm>
              <a:off x="4344561" y="2165905"/>
              <a:ext cx="714196" cy="714196"/>
            </a:xfrm>
            <a:prstGeom prst="ellipse">
              <a:avLst/>
            </a:prstGeom>
            <a:noFill/>
            <a:ln w="25400">
              <a:solidFill>
                <a:srgbClr val="F10032"/>
              </a:solidFill>
              <a:prstDash val="solid"/>
              <a:miter lim="800000"/>
            </a:ln>
          </p:spPr>
        </p:sp>
        <p:grpSp>
          <p:nvGrpSpPr>
            <p:cNvPr id="46" name="Group 45">
              <a:extLst>
                <a:ext uri="{FF2B5EF4-FFF2-40B4-BE49-F238E27FC236}">
                  <a16:creationId xmlns:a16="http://schemas.microsoft.com/office/drawing/2014/main" id="{0F183CA5-38A4-E903-F516-CF0B34533900}"/>
                </a:ext>
              </a:extLst>
            </p:cNvPr>
            <p:cNvGrpSpPr/>
            <p:nvPr/>
          </p:nvGrpSpPr>
          <p:grpSpPr>
            <a:xfrm>
              <a:off x="4408800" y="4487573"/>
              <a:ext cx="1554606" cy="832171"/>
              <a:chOff x="4408800" y="4507475"/>
              <a:chExt cx="1554606" cy="832171"/>
            </a:xfrm>
          </p:grpSpPr>
          <p:sp>
            <p:nvSpPr>
              <p:cNvPr id="65" name="Object 43">
                <a:extLst>
                  <a:ext uri="{FF2B5EF4-FFF2-40B4-BE49-F238E27FC236}">
                    <a16:creationId xmlns:a16="http://schemas.microsoft.com/office/drawing/2014/main" id="{8054E0D1-72AD-9AFB-9EB8-A0D55246688F}"/>
                  </a:ext>
                </a:extLst>
              </p:cNvPr>
              <p:cNvSpPr/>
              <p:nvPr/>
            </p:nvSpPr>
            <p:spPr>
              <a:xfrm>
                <a:off x="4408800" y="4507475"/>
                <a:ext cx="1554606" cy="242255"/>
              </a:xfrm>
              <a:prstGeom prst="rect">
                <a:avLst/>
              </a:prstGeom>
              <a:noFill/>
            </p:spPr>
            <p:txBody>
              <a:bodyPr wrap="square" lIns="0" tIns="0" rIns="0" bIns="0" rtlCol="0" anchor="t"/>
              <a:lstStyle/>
              <a:p>
                <a:pPr marL="0" marR="0" lvl="0" indent="0" algn="r" defTabSz="914400" rtl="0" eaLnBrk="1" fontAlgn="auto" latinLnBrk="0" hangingPunct="1">
                  <a:lnSpc>
                    <a:spcPts val="2354"/>
                  </a:lnSpc>
                  <a:spcBef>
                    <a:spcPts val="0"/>
                  </a:spcBef>
                  <a:spcAft>
                    <a:spcPts val="600"/>
                  </a:spcAft>
                  <a:buClrTx/>
                  <a:buSzTx/>
                  <a:buFontTx/>
                  <a:buNone/>
                  <a:tabLst/>
                  <a:defRPr/>
                </a:pPr>
                <a:r>
                  <a:rPr kumimoji="0" lang="en-US" sz="2300" b="1" i="0" u="none" strike="noStrike" kern="1200" cap="none" spc="0" normalizeH="0" baseline="0" noProof="0">
                    <a:ln>
                      <a:noFill/>
                    </a:ln>
                    <a:solidFill>
                      <a:srgbClr val="243557"/>
                    </a:solidFill>
                    <a:effectLst/>
                    <a:uLnTx/>
                    <a:uFillTx/>
                    <a:latin typeface="Calibri" panose="020F0502020204030204" pitchFamily="34" charset="0"/>
                    <a:ea typeface="Source Sans Pro" pitchFamily="34" charset="-122"/>
                    <a:cs typeface="Calibri" panose="020F0502020204030204" pitchFamily="34" charset="0"/>
                  </a:rPr>
                  <a:t>#5</a:t>
                </a:r>
                <a:endParaRPr kumimoji="0" lang="en-US" sz="1800" b="0" i="0" u="none" strike="noStrike" kern="1200" cap="none" spc="0" normalizeH="0" baseline="0" noProof="0">
                  <a:ln>
                    <a:noFill/>
                  </a:ln>
                  <a:solidFill>
                    <a:prstClr val="black"/>
                  </a:solidFill>
                  <a:effectLst/>
                  <a:uLnTx/>
                  <a:uFillTx/>
                  <a:latin typeface="Calibri" panose="020F0502020204030204" pitchFamily="34" charset="0"/>
                  <a:cs typeface="Calibri" panose="020F0502020204030204" pitchFamily="34" charset="0"/>
                </a:endParaRPr>
              </a:p>
            </p:txBody>
          </p:sp>
          <p:sp>
            <p:nvSpPr>
              <p:cNvPr id="66" name="Object 44">
                <a:extLst>
                  <a:ext uri="{FF2B5EF4-FFF2-40B4-BE49-F238E27FC236}">
                    <a16:creationId xmlns:a16="http://schemas.microsoft.com/office/drawing/2014/main" id="{968EFF88-B555-0F78-CE31-AB49AC94CAEF}"/>
                  </a:ext>
                </a:extLst>
              </p:cNvPr>
              <p:cNvSpPr/>
              <p:nvPr/>
            </p:nvSpPr>
            <p:spPr>
              <a:xfrm>
                <a:off x="4408800" y="4878248"/>
                <a:ext cx="1554606" cy="461398"/>
              </a:xfrm>
              <a:prstGeom prst="rect">
                <a:avLst/>
              </a:prstGeom>
              <a:noFill/>
            </p:spPr>
            <p:txBody>
              <a:bodyPr wrap="square" lIns="0" tIns="0" rIns="0" bIns="0" rtlCol="0" anchor="t"/>
              <a:lstStyle/>
              <a:p>
                <a:pPr marL="0" marR="0" lvl="0" indent="0" algn="r" defTabSz="914400" rtl="0" eaLnBrk="1" fontAlgn="auto" latinLnBrk="0" hangingPunct="1">
                  <a:lnSpc>
                    <a:spcPts val="1256"/>
                  </a:lnSpc>
                  <a:spcBef>
                    <a:spcPts val="0"/>
                  </a:spcBef>
                  <a:spcAft>
                    <a:spcPts val="600"/>
                  </a:spcAft>
                  <a:buClrTx/>
                  <a:buSzTx/>
                  <a:buFontTx/>
                  <a:buNone/>
                  <a:tabLst/>
                  <a:defRPr/>
                </a:pPr>
                <a:r>
                  <a:rPr kumimoji="0" lang="en-US" sz="1400" b="0" i="0" u="none" strike="noStrike" kern="1200" cap="none" spc="0" normalizeH="0" baseline="0" noProof="0">
                    <a:ln>
                      <a:noFill/>
                    </a:ln>
                    <a:effectLst/>
                    <a:uLnTx/>
                    <a:uFillTx/>
                    <a:latin typeface="Calibri" panose="020F0502020204030204" pitchFamily="34" charset="0"/>
                    <a:ea typeface="Source Sans Pro" pitchFamily="34" charset="-122"/>
                    <a:cs typeface="Calibri" panose="020F0502020204030204" pitchFamily="34" charset="0"/>
                  </a:rPr>
                  <a:t>HIRE RESEARCH</a:t>
                </a:r>
                <a:br>
                  <a:rPr kumimoji="0" lang="en-US" sz="1400" b="0" i="0" u="none" strike="noStrike" kern="1200" cap="none" spc="0" normalizeH="0" baseline="0" noProof="0">
                    <a:ln>
                      <a:noFill/>
                    </a:ln>
                    <a:effectLst/>
                    <a:uLnTx/>
                    <a:uFillTx/>
                    <a:latin typeface="Calibri" panose="020F0502020204030204" pitchFamily="34" charset="0"/>
                    <a:ea typeface="Source Sans Pro" pitchFamily="34" charset="-122"/>
                    <a:cs typeface="Calibri" panose="020F0502020204030204" pitchFamily="34" charset="0"/>
                  </a:rPr>
                </a:br>
                <a:r>
                  <a:rPr kumimoji="0" lang="en-US" sz="1400" b="0" i="0" u="none" strike="noStrike" kern="1200" cap="none" spc="0" normalizeH="0" baseline="0" noProof="0">
                    <a:ln>
                      <a:noFill/>
                    </a:ln>
                    <a:effectLst/>
                    <a:uLnTx/>
                    <a:uFillTx/>
                    <a:latin typeface="Calibri" panose="020F0502020204030204" pitchFamily="34" charset="0"/>
                    <a:ea typeface="Source Sans Pro" pitchFamily="34" charset="-122"/>
                    <a:cs typeface="Calibri" panose="020F0502020204030204" pitchFamily="34" charset="0"/>
                  </a:rPr>
                  <a:t>STAFF AT</a:t>
                </a:r>
                <a:br>
                  <a:rPr kumimoji="0" lang="en-US" sz="1400" b="0" i="0" u="none" strike="noStrike" kern="1200" cap="none" spc="0" normalizeH="0" baseline="0" noProof="0">
                    <a:ln>
                      <a:noFill/>
                    </a:ln>
                    <a:effectLst/>
                    <a:uLnTx/>
                    <a:uFillTx/>
                    <a:latin typeface="Calibri" panose="020F0502020204030204" pitchFamily="34" charset="0"/>
                    <a:ea typeface="Source Sans Pro" pitchFamily="34" charset="-122"/>
                    <a:cs typeface="Calibri" panose="020F0502020204030204" pitchFamily="34" charset="0"/>
                  </a:rPr>
                </a:br>
                <a:r>
                  <a:rPr kumimoji="0" lang="en-US" sz="1400" b="0" i="0" u="none" strike="noStrike" kern="1200" cap="none" spc="0" normalizeH="0" baseline="0" noProof="0">
                    <a:ln>
                      <a:noFill/>
                    </a:ln>
                    <a:effectLst/>
                    <a:uLnTx/>
                    <a:uFillTx/>
                    <a:latin typeface="Calibri" panose="020F0502020204030204" pitchFamily="34" charset="0"/>
                    <a:ea typeface="Source Sans Pro" pitchFamily="34" charset="-122"/>
                    <a:cs typeface="Calibri" panose="020F0502020204030204" pitchFamily="34" charset="0"/>
                  </a:rPr>
                  <a:t>MEDICAL CENTER</a:t>
                </a:r>
                <a:endParaRPr kumimoji="0" lang="en-US" sz="2000" b="0" i="0" u="none" strike="noStrike" kern="1200" cap="none" spc="0" normalizeH="0" baseline="0" noProof="0">
                  <a:ln>
                    <a:noFill/>
                  </a:ln>
                  <a:effectLst/>
                  <a:uLnTx/>
                  <a:uFillTx/>
                  <a:latin typeface="Calibri" panose="020F0502020204030204" pitchFamily="34" charset="0"/>
                  <a:cs typeface="Calibri" panose="020F0502020204030204" pitchFamily="34" charset="0"/>
                </a:endParaRPr>
              </a:p>
            </p:txBody>
          </p:sp>
        </p:grpSp>
        <p:sp>
          <p:nvSpPr>
            <p:cNvPr id="47" name="Object 45">
              <a:extLst>
                <a:ext uri="{FF2B5EF4-FFF2-40B4-BE49-F238E27FC236}">
                  <a16:creationId xmlns:a16="http://schemas.microsoft.com/office/drawing/2014/main" id="{6E73A2D2-1B37-E067-3F27-F4201027EE28}"/>
                </a:ext>
              </a:extLst>
            </p:cNvPr>
            <p:cNvSpPr>
              <a:spLocks noChangeAspect="1"/>
            </p:cNvSpPr>
            <p:nvPr/>
          </p:nvSpPr>
          <p:spPr>
            <a:xfrm>
              <a:off x="6058632" y="4546560"/>
              <a:ext cx="714196" cy="714196"/>
            </a:xfrm>
            <a:prstGeom prst="ellipse">
              <a:avLst/>
            </a:prstGeom>
            <a:solidFill>
              <a:srgbClr val="243557"/>
            </a:solidFill>
          </p:spPr>
        </p:sp>
        <p:pic>
          <p:nvPicPr>
            <p:cNvPr id="48" name="Object 46" descr="preencoded.png">
              <a:extLst>
                <a:ext uri="{FF2B5EF4-FFF2-40B4-BE49-F238E27FC236}">
                  <a16:creationId xmlns:a16="http://schemas.microsoft.com/office/drawing/2014/main" id="{474E2096-6C0F-1B99-7AAD-0A688965F1F9}"/>
                </a:ext>
              </a:extLst>
            </p:cNvPr>
            <p:cNvPicPr>
              <a:picLocks noChangeAspect="1"/>
            </p:cNvPicPr>
            <p:nvPr/>
          </p:nvPicPr>
          <p:blipFill>
            <a:blip r:embed="rId53">
              <a:extLst>
                <a:ext uri="{96DAC541-7B7A-43D3-8B79-37D633B846F1}">
                  <asvg:svgBlip xmlns:asvg="http://schemas.microsoft.com/office/drawing/2016/SVG/main" r:embed="rId54"/>
                </a:ext>
              </a:extLst>
            </a:blip>
            <a:stretch>
              <a:fillRect/>
            </a:stretch>
          </p:blipFill>
          <p:spPr>
            <a:xfrm>
              <a:off x="6237077" y="4778013"/>
              <a:ext cx="361860" cy="247588"/>
            </a:xfrm>
            <a:prstGeom prst="rect">
              <a:avLst/>
            </a:prstGeom>
          </p:spPr>
        </p:pic>
        <p:sp>
          <p:nvSpPr>
            <p:cNvPr id="49" name="Object 47">
              <a:extLst>
                <a:ext uri="{FF2B5EF4-FFF2-40B4-BE49-F238E27FC236}">
                  <a16:creationId xmlns:a16="http://schemas.microsoft.com/office/drawing/2014/main" id="{24F62404-238B-AEAE-1BDE-6719E34F0EA3}"/>
                </a:ext>
              </a:extLst>
            </p:cNvPr>
            <p:cNvSpPr/>
            <p:nvPr/>
          </p:nvSpPr>
          <p:spPr>
            <a:xfrm>
              <a:off x="7820316" y="3349250"/>
              <a:ext cx="1620699" cy="242255"/>
            </a:xfrm>
            <a:prstGeom prst="rect">
              <a:avLst/>
            </a:prstGeom>
            <a:noFill/>
          </p:spPr>
          <p:txBody>
            <a:bodyPr wrap="square" lIns="0" tIns="0" rIns="0" bIns="0" rtlCol="0" anchor="t"/>
            <a:lstStyle/>
            <a:p>
              <a:pPr marL="0" marR="0" lvl="0" indent="0" algn="l" defTabSz="914400" rtl="0" eaLnBrk="1" fontAlgn="auto" latinLnBrk="0" hangingPunct="1">
                <a:lnSpc>
                  <a:spcPts val="2354"/>
                </a:lnSpc>
                <a:spcBef>
                  <a:spcPts val="0"/>
                </a:spcBef>
                <a:spcAft>
                  <a:spcPts val="600"/>
                </a:spcAft>
                <a:buClrTx/>
                <a:buSzTx/>
                <a:buFontTx/>
                <a:buNone/>
                <a:tabLst/>
                <a:defRPr/>
              </a:pPr>
              <a:r>
                <a:rPr kumimoji="0" lang="en-US" sz="2300" b="1" i="0" u="none" strike="noStrike" kern="1200" cap="none" spc="0" normalizeH="0" baseline="0" noProof="0">
                  <a:ln>
                    <a:noFill/>
                  </a:ln>
                  <a:solidFill>
                    <a:srgbClr val="F6610C"/>
                  </a:solidFill>
                  <a:effectLst/>
                  <a:uLnTx/>
                  <a:uFillTx/>
                  <a:latin typeface="Calibri" panose="020F0502020204030204" pitchFamily="34" charset="0"/>
                  <a:ea typeface="Source Sans Pro" pitchFamily="34" charset="-122"/>
                  <a:cs typeface="Calibri" panose="020F0502020204030204" pitchFamily="34" charset="0"/>
                </a:rPr>
                <a:t>#6</a:t>
              </a:r>
              <a:endParaRPr kumimoji="0" lang="en-US" sz="1800" b="0" i="0" u="none" strike="noStrike" kern="1200" cap="none" spc="0" normalizeH="0" baseline="0" noProof="0">
                <a:ln>
                  <a:noFill/>
                </a:ln>
                <a:solidFill>
                  <a:prstClr val="black"/>
                </a:solidFill>
                <a:effectLst/>
                <a:uLnTx/>
                <a:uFillTx/>
                <a:latin typeface="Calibri" panose="020F0502020204030204" pitchFamily="34" charset="0"/>
                <a:cs typeface="Calibri" panose="020F0502020204030204" pitchFamily="34" charset="0"/>
              </a:endParaRPr>
            </a:p>
          </p:txBody>
        </p:sp>
        <p:sp>
          <p:nvSpPr>
            <p:cNvPr id="50" name="Object 48">
              <a:extLst>
                <a:ext uri="{FF2B5EF4-FFF2-40B4-BE49-F238E27FC236}">
                  <a16:creationId xmlns:a16="http://schemas.microsoft.com/office/drawing/2014/main" id="{324FD003-F7AF-2D9C-92AA-A2854DC7B52B}"/>
                </a:ext>
              </a:extLst>
            </p:cNvPr>
            <p:cNvSpPr/>
            <p:nvPr/>
          </p:nvSpPr>
          <p:spPr>
            <a:xfrm>
              <a:off x="7820316" y="3720023"/>
              <a:ext cx="1620699" cy="301966"/>
            </a:xfrm>
            <a:prstGeom prst="rect">
              <a:avLst/>
            </a:prstGeom>
            <a:noFill/>
          </p:spPr>
          <p:txBody>
            <a:bodyPr wrap="square" lIns="0" tIns="0" rIns="0" bIns="0" rtlCol="0" anchor="t"/>
            <a:lstStyle/>
            <a:p>
              <a:pPr marL="0" marR="0" lvl="0" indent="0" algn="l" defTabSz="914400" rtl="0" eaLnBrk="1" fontAlgn="auto" latinLnBrk="0" hangingPunct="1">
                <a:lnSpc>
                  <a:spcPts val="1256"/>
                </a:lnSpc>
                <a:spcBef>
                  <a:spcPts val="0"/>
                </a:spcBef>
                <a:spcAft>
                  <a:spcPts val="600"/>
                </a:spcAft>
                <a:buClrTx/>
                <a:buSzTx/>
                <a:buFontTx/>
                <a:buNone/>
                <a:tabLst/>
                <a:defRPr/>
              </a:pPr>
              <a:r>
                <a:rPr kumimoji="0" lang="en-US" sz="1400" b="0" i="0" u="none" strike="noStrike" kern="1200" cap="none" spc="0" normalizeH="0" baseline="0" noProof="0">
                  <a:ln>
                    <a:noFill/>
                  </a:ln>
                  <a:effectLst/>
                  <a:uLnTx/>
                  <a:uFillTx/>
                  <a:latin typeface="Calibri" panose="020F0502020204030204" pitchFamily="34" charset="0"/>
                  <a:ea typeface="Source Sans Pro" pitchFamily="34" charset="-122"/>
                  <a:cs typeface="Calibri" panose="020F0502020204030204" pitchFamily="34" charset="0"/>
                </a:rPr>
                <a:t>INITIATE</a:t>
              </a:r>
              <a:br>
                <a:rPr kumimoji="0" lang="en-US" sz="1400" b="0" i="0" u="none" strike="noStrike" kern="1200" cap="none" spc="0" normalizeH="0" baseline="0" noProof="0">
                  <a:ln>
                    <a:noFill/>
                  </a:ln>
                  <a:effectLst/>
                  <a:uLnTx/>
                  <a:uFillTx/>
                  <a:latin typeface="Calibri" panose="020F0502020204030204" pitchFamily="34" charset="0"/>
                  <a:ea typeface="Source Sans Pro" pitchFamily="34" charset="-122"/>
                  <a:cs typeface="Calibri" panose="020F0502020204030204" pitchFamily="34" charset="0"/>
                </a:rPr>
              </a:br>
              <a:r>
                <a:rPr kumimoji="0" lang="en-US" sz="1400" b="0" i="0" u="none" strike="noStrike" kern="1200" cap="none" spc="0" normalizeH="0" baseline="0" noProof="0">
                  <a:ln>
                    <a:noFill/>
                  </a:ln>
                  <a:effectLst/>
                  <a:uLnTx/>
                  <a:uFillTx/>
                  <a:latin typeface="Calibri" panose="020F0502020204030204" pitchFamily="34" charset="0"/>
                  <a:ea typeface="Source Sans Pro" pitchFamily="34" charset="-122"/>
                  <a:cs typeface="Calibri" panose="020F0502020204030204" pitchFamily="34" charset="0"/>
                </a:rPr>
                <a:t>RESEARCH</a:t>
              </a:r>
              <a:endParaRPr kumimoji="0" lang="en-US" sz="2000" b="0" i="0" u="none" strike="noStrike" kern="1200" cap="none" spc="0" normalizeH="0" baseline="0" noProof="0">
                <a:ln>
                  <a:noFill/>
                </a:ln>
                <a:effectLst/>
                <a:uLnTx/>
                <a:uFillTx/>
                <a:latin typeface="Calibri" panose="020F0502020204030204" pitchFamily="34" charset="0"/>
                <a:cs typeface="Calibri" panose="020F0502020204030204" pitchFamily="34" charset="0"/>
              </a:endParaRPr>
            </a:p>
          </p:txBody>
        </p:sp>
        <p:sp>
          <p:nvSpPr>
            <p:cNvPr id="51" name="Object 49">
              <a:extLst>
                <a:ext uri="{FF2B5EF4-FFF2-40B4-BE49-F238E27FC236}">
                  <a16:creationId xmlns:a16="http://schemas.microsoft.com/office/drawing/2014/main" id="{24A2E22A-6EB8-F33C-A8F1-7965A8B4289A}"/>
                </a:ext>
              </a:extLst>
            </p:cNvPr>
            <p:cNvSpPr>
              <a:spLocks noChangeAspect="1"/>
            </p:cNvSpPr>
            <p:nvPr/>
          </p:nvSpPr>
          <p:spPr>
            <a:xfrm>
              <a:off x="7010894" y="3308619"/>
              <a:ext cx="714196" cy="714196"/>
            </a:xfrm>
            <a:prstGeom prst="ellipse">
              <a:avLst/>
            </a:prstGeom>
            <a:solidFill>
              <a:srgbClr val="F6610C"/>
            </a:solidFill>
          </p:spPr>
        </p:sp>
        <p:pic>
          <p:nvPicPr>
            <p:cNvPr id="52" name="Object 50" descr="preencoded.png">
              <a:extLst>
                <a:ext uri="{FF2B5EF4-FFF2-40B4-BE49-F238E27FC236}">
                  <a16:creationId xmlns:a16="http://schemas.microsoft.com/office/drawing/2014/main" id="{67B91ADF-73A9-A4E7-FB32-46CDCB068B23}"/>
                </a:ext>
              </a:extLst>
            </p:cNvPr>
            <p:cNvPicPr>
              <a:picLocks noChangeAspect="1"/>
            </p:cNvPicPr>
            <p:nvPr/>
          </p:nvPicPr>
          <p:blipFill>
            <a:blip r:embed="rId55">
              <a:extLst>
                <a:ext uri="{96DAC541-7B7A-43D3-8B79-37D633B846F1}">
                  <asvg:svgBlip xmlns:asvg="http://schemas.microsoft.com/office/drawing/2016/SVG/main" r:embed="rId56"/>
                </a:ext>
              </a:extLst>
            </a:blip>
            <a:stretch>
              <a:fillRect/>
            </a:stretch>
          </p:blipFill>
          <p:spPr>
            <a:xfrm>
              <a:off x="7234736" y="3487168"/>
              <a:ext cx="266633" cy="361860"/>
            </a:xfrm>
            <a:prstGeom prst="rect">
              <a:avLst/>
            </a:prstGeom>
          </p:spPr>
        </p:pic>
        <p:sp>
          <p:nvSpPr>
            <p:cNvPr id="53" name="Object 51">
              <a:extLst>
                <a:ext uri="{FF2B5EF4-FFF2-40B4-BE49-F238E27FC236}">
                  <a16:creationId xmlns:a16="http://schemas.microsoft.com/office/drawing/2014/main" id="{AEE7AA2C-7D86-4FE7-C42F-405EC5A461C0}"/>
                </a:ext>
              </a:extLst>
            </p:cNvPr>
            <p:cNvSpPr/>
            <p:nvPr/>
          </p:nvSpPr>
          <p:spPr>
            <a:xfrm>
              <a:off x="7311309" y="2263756"/>
              <a:ext cx="2017889" cy="242255"/>
            </a:xfrm>
            <a:prstGeom prst="rect">
              <a:avLst/>
            </a:prstGeom>
            <a:noFill/>
          </p:spPr>
          <p:txBody>
            <a:bodyPr wrap="square" lIns="0" tIns="0" rIns="0" bIns="0" rtlCol="0" anchor="t"/>
            <a:lstStyle/>
            <a:p>
              <a:pPr marL="0" marR="0" lvl="0" indent="0" algn="ctr" defTabSz="914400" rtl="0" eaLnBrk="1" fontAlgn="auto" latinLnBrk="0" hangingPunct="1">
                <a:lnSpc>
                  <a:spcPts val="2354"/>
                </a:lnSpc>
                <a:spcBef>
                  <a:spcPts val="0"/>
                </a:spcBef>
                <a:spcAft>
                  <a:spcPts val="600"/>
                </a:spcAft>
                <a:buClrTx/>
                <a:buSzTx/>
                <a:buFontTx/>
                <a:buNone/>
                <a:tabLst/>
                <a:defRPr/>
              </a:pPr>
              <a:r>
                <a:rPr kumimoji="0" lang="en-US" sz="2300" b="1" i="0" u="none" strike="noStrike" kern="1200" cap="none" spc="0" normalizeH="0" baseline="0" noProof="0">
                  <a:ln>
                    <a:noFill/>
                  </a:ln>
                  <a:solidFill>
                    <a:srgbClr val="243557"/>
                  </a:solidFill>
                  <a:effectLst/>
                  <a:uLnTx/>
                  <a:uFillTx/>
                  <a:latin typeface="Calibri" panose="020F0502020204030204" pitchFamily="34" charset="0"/>
                  <a:ea typeface="Source Sans Pro" pitchFamily="34" charset="-122"/>
                  <a:cs typeface="Calibri" panose="020F0502020204030204" pitchFamily="34" charset="0"/>
                </a:rPr>
                <a:t>#7</a:t>
              </a:r>
              <a:endParaRPr kumimoji="0" lang="en-US" sz="1800" b="0" i="0" u="none" strike="noStrike" kern="1200" cap="none" spc="0" normalizeH="0" baseline="0" noProof="0">
                <a:ln>
                  <a:noFill/>
                </a:ln>
                <a:solidFill>
                  <a:prstClr val="black"/>
                </a:solidFill>
                <a:effectLst/>
                <a:uLnTx/>
                <a:uFillTx/>
                <a:latin typeface="Calibri" panose="020F0502020204030204" pitchFamily="34" charset="0"/>
                <a:cs typeface="Calibri" panose="020F0502020204030204" pitchFamily="34" charset="0"/>
              </a:endParaRPr>
            </a:p>
          </p:txBody>
        </p:sp>
        <p:sp>
          <p:nvSpPr>
            <p:cNvPr id="54" name="Object 52">
              <a:extLst>
                <a:ext uri="{FF2B5EF4-FFF2-40B4-BE49-F238E27FC236}">
                  <a16:creationId xmlns:a16="http://schemas.microsoft.com/office/drawing/2014/main" id="{0C87834A-86F3-9417-D7B1-21B1C245ABF0}"/>
                </a:ext>
              </a:extLst>
            </p:cNvPr>
            <p:cNvSpPr/>
            <p:nvPr/>
          </p:nvSpPr>
          <p:spPr>
            <a:xfrm>
              <a:off x="7311309" y="2595798"/>
              <a:ext cx="2017889" cy="461398"/>
            </a:xfrm>
            <a:prstGeom prst="rect">
              <a:avLst/>
            </a:prstGeom>
            <a:noFill/>
          </p:spPr>
          <p:txBody>
            <a:bodyPr wrap="square" lIns="0" tIns="0" rIns="0" bIns="0" rtlCol="0" anchor="t"/>
            <a:lstStyle/>
            <a:p>
              <a:pPr marL="0" marR="0" lvl="0" indent="0" algn="ctr" defTabSz="914400" rtl="0" eaLnBrk="1" fontAlgn="auto" latinLnBrk="0" hangingPunct="1">
                <a:lnSpc>
                  <a:spcPts val="1256"/>
                </a:lnSpc>
                <a:spcBef>
                  <a:spcPts val="0"/>
                </a:spcBef>
                <a:spcAft>
                  <a:spcPts val="600"/>
                </a:spcAft>
                <a:buClrTx/>
                <a:buSzTx/>
                <a:buFontTx/>
                <a:buNone/>
                <a:tabLst/>
                <a:defRPr/>
              </a:pPr>
              <a:r>
                <a:rPr kumimoji="0" lang="en-US" sz="1400" b="0" i="0" u="none" strike="noStrike" kern="1200" cap="none" spc="0" normalizeH="0" baseline="0" noProof="0">
                  <a:ln>
                    <a:noFill/>
                  </a:ln>
                  <a:effectLst/>
                  <a:uLnTx/>
                  <a:uFillTx/>
                  <a:latin typeface="Calibri" panose="020F0502020204030204" pitchFamily="34" charset="0"/>
                  <a:ea typeface="Source Sans Pro" pitchFamily="34" charset="-122"/>
                  <a:cs typeface="Calibri" panose="020F0502020204030204" pitchFamily="34" charset="0"/>
                </a:rPr>
                <a:t>CONDUCT</a:t>
              </a:r>
              <a:br>
                <a:rPr kumimoji="0" lang="en-US" sz="1400" b="0" i="0" u="none" strike="noStrike" kern="1200" cap="none" spc="0" normalizeH="0" baseline="0" noProof="0">
                  <a:ln>
                    <a:noFill/>
                  </a:ln>
                  <a:effectLst/>
                  <a:uLnTx/>
                  <a:uFillTx/>
                  <a:latin typeface="Calibri" panose="020F0502020204030204" pitchFamily="34" charset="0"/>
                  <a:ea typeface="Source Sans Pro" pitchFamily="34" charset="-122"/>
                  <a:cs typeface="Calibri" panose="020F0502020204030204" pitchFamily="34" charset="0"/>
                </a:rPr>
              </a:br>
              <a:r>
                <a:rPr kumimoji="0" lang="en-US" sz="1400" b="0" i="0" u="none" strike="noStrike" kern="1200" cap="none" spc="0" normalizeH="0" baseline="0" noProof="0">
                  <a:ln>
                    <a:noFill/>
                  </a:ln>
                  <a:effectLst/>
                  <a:uLnTx/>
                  <a:uFillTx/>
                  <a:latin typeface="Calibri" panose="020F0502020204030204" pitchFamily="34" charset="0"/>
                  <a:ea typeface="Source Sans Pro" pitchFamily="34" charset="-122"/>
                  <a:cs typeface="Calibri" panose="020F0502020204030204" pitchFamily="34" charset="0"/>
                </a:rPr>
                <a:t>RESEARCH OVER</a:t>
              </a:r>
              <a:br>
                <a:rPr kumimoji="0" lang="en-US" sz="1400" b="0" i="0" u="none" strike="noStrike" kern="1200" cap="none" spc="0" normalizeH="0" baseline="0" noProof="0">
                  <a:ln>
                    <a:noFill/>
                  </a:ln>
                  <a:effectLst/>
                  <a:uLnTx/>
                  <a:uFillTx/>
                  <a:latin typeface="Calibri" panose="020F0502020204030204" pitchFamily="34" charset="0"/>
                  <a:ea typeface="Source Sans Pro" pitchFamily="34" charset="-122"/>
                  <a:cs typeface="Calibri" panose="020F0502020204030204" pitchFamily="34" charset="0"/>
                </a:rPr>
              </a:br>
              <a:r>
                <a:rPr kumimoji="0" lang="en-US" sz="1400" b="0" i="0" u="none" strike="noStrike" kern="1200" cap="none" spc="0" normalizeH="0" baseline="0" noProof="0">
                  <a:ln>
                    <a:noFill/>
                  </a:ln>
                  <a:effectLst/>
                  <a:uLnTx/>
                  <a:uFillTx/>
                  <a:latin typeface="Calibri" panose="020F0502020204030204" pitchFamily="34" charset="0"/>
                  <a:ea typeface="Source Sans Pro" pitchFamily="34" charset="-122"/>
                  <a:cs typeface="Calibri" panose="020F0502020204030204" pitchFamily="34" charset="0"/>
                </a:rPr>
                <a:t>SEVERAL YEARS</a:t>
              </a:r>
              <a:endParaRPr kumimoji="0" lang="en-US" sz="2000" b="0" i="0" u="none" strike="noStrike" kern="1200" cap="none" spc="0" normalizeH="0" baseline="0" noProof="0">
                <a:ln>
                  <a:noFill/>
                </a:ln>
                <a:effectLst/>
                <a:uLnTx/>
                <a:uFillTx/>
                <a:latin typeface="Calibri" panose="020F0502020204030204" pitchFamily="34" charset="0"/>
                <a:cs typeface="Calibri" panose="020F0502020204030204" pitchFamily="34" charset="0"/>
              </a:endParaRPr>
            </a:p>
          </p:txBody>
        </p:sp>
        <p:sp>
          <p:nvSpPr>
            <p:cNvPr id="55" name="Object 53">
              <a:extLst>
                <a:ext uri="{FF2B5EF4-FFF2-40B4-BE49-F238E27FC236}">
                  <a16:creationId xmlns:a16="http://schemas.microsoft.com/office/drawing/2014/main" id="{75D0FBD3-5B75-F370-1406-6DAACE188F64}"/>
                </a:ext>
              </a:extLst>
            </p:cNvPr>
            <p:cNvSpPr>
              <a:spLocks noChangeAspect="1"/>
            </p:cNvSpPr>
            <p:nvPr/>
          </p:nvSpPr>
          <p:spPr>
            <a:xfrm>
              <a:off x="7963156" y="1499322"/>
              <a:ext cx="714196" cy="714196"/>
            </a:xfrm>
            <a:prstGeom prst="ellipse">
              <a:avLst/>
            </a:prstGeom>
            <a:solidFill>
              <a:srgbClr val="243557"/>
            </a:solidFill>
          </p:spPr>
        </p:sp>
        <p:pic>
          <p:nvPicPr>
            <p:cNvPr id="56" name="Object 54" descr="preencoded.png">
              <a:extLst>
                <a:ext uri="{FF2B5EF4-FFF2-40B4-BE49-F238E27FC236}">
                  <a16:creationId xmlns:a16="http://schemas.microsoft.com/office/drawing/2014/main" id="{381CE118-B959-9B94-DB72-788FB83FDE52}"/>
                </a:ext>
              </a:extLst>
            </p:cNvPr>
            <p:cNvPicPr>
              <a:picLocks noChangeAspect="1"/>
            </p:cNvPicPr>
            <p:nvPr/>
          </p:nvPicPr>
          <p:blipFill>
            <a:blip r:embed="rId57">
              <a:extLst>
                <a:ext uri="{96DAC541-7B7A-43D3-8B79-37D633B846F1}">
                  <asvg:svgBlip xmlns:asvg="http://schemas.microsoft.com/office/drawing/2016/SVG/main" r:embed="rId58"/>
                </a:ext>
              </a:extLst>
            </a:blip>
            <a:stretch>
              <a:fillRect/>
            </a:stretch>
          </p:blipFill>
          <p:spPr>
            <a:xfrm>
              <a:off x="8141607" y="1703279"/>
              <a:ext cx="352337" cy="304724"/>
            </a:xfrm>
            <a:prstGeom prst="rect">
              <a:avLst/>
            </a:prstGeom>
          </p:spPr>
        </p:pic>
        <p:sp>
          <p:nvSpPr>
            <p:cNvPr id="57" name="Object 55">
              <a:extLst>
                <a:ext uri="{FF2B5EF4-FFF2-40B4-BE49-F238E27FC236}">
                  <a16:creationId xmlns:a16="http://schemas.microsoft.com/office/drawing/2014/main" id="{D812465C-8736-3D3E-DFE2-25A04FE1BBF0}"/>
                </a:ext>
              </a:extLst>
            </p:cNvPr>
            <p:cNvSpPr/>
            <p:nvPr/>
          </p:nvSpPr>
          <p:spPr>
            <a:xfrm>
              <a:off x="10581876" y="2762383"/>
              <a:ext cx="1369111" cy="242255"/>
            </a:xfrm>
            <a:prstGeom prst="rect">
              <a:avLst/>
            </a:prstGeom>
            <a:noFill/>
          </p:spPr>
          <p:txBody>
            <a:bodyPr wrap="square" lIns="0" tIns="0" rIns="0" bIns="0" rtlCol="0" anchor="t"/>
            <a:lstStyle/>
            <a:p>
              <a:pPr marL="0" marR="0" lvl="0" indent="0" algn="l" defTabSz="914400" rtl="0" eaLnBrk="1" fontAlgn="auto" latinLnBrk="0" hangingPunct="1">
                <a:lnSpc>
                  <a:spcPts val="2354"/>
                </a:lnSpc>
                <a:spcBef>
                  <a:spcPts val="0"/>
                </a:spcBef>
                <a:spcAft>
                  <a:spcPts val="600"/>
                </a:spcAft>
                <a:buClrTx/>
                <a:buSzTx/>
                <a:buFontTx/>
                <a:buNone/>
                <a:tabLst/>
                <a:defRPr/>
              </a:pPr>
              <a:r>
                <a:rPr kumimoji="0" lang="en-US" sz="2300" b="1" i="0" u="none" strike="noStrike" kern="1200" cap="none" spc="0" normalizeH="0" baseline="0" noProof="0">
                  <a:ln>
                    <a:noFill/>
                  </a:ln>
                  <a:solidFill>
                    <a:srgbClr val="A20E57"/>
                  </a:solidFill>
                  <a:effectLst/>
                  <a:uLnTx/>
                  <a:uFillTx/>
                  <a:latin typeface="Calibri" panose="020F0502020204030204" pitchFamily="34" charset="0"/>
                  <a:ea typeface="Source Sans Pro" pitchFamily="34" charset="-122"/>
                  <a:cs typeface="Calibri" panose="020F0502020204030204" pitchFamily="34" charset="0"/>
                </a:rPr>
                <a:t>#8</a:t>
              </a:r>
              <a:endParaRPr kumimoji="0" lang="en-US" sz="1800" b="0" i="0" u="none" strike="noStrike" kern="1200" cap="none" spc="0" normalizeH="0" baseline="0" noProof="0">
                <a:ln>
                  <a:noFill/>
                </a:ln>
                <a:solidFill>
                  <a:prstClr val="black"/>
                </a:solidFill>
                <a:effectLst/>
                <a:uLnTx/>
                <a:uFillTx/>
                <a:latin typeface="Calibri" panose="020F0502020204030204" pitchFamily="34" charset="0"/>
                <a:cs typeface="Calibri" panose="020F0502020204030204" pitchFamily="34" charset="0"/>
              </a:endParaRPr>
            </a:p>
          </p:txBody>
        </p:sp>
        <p:sp>
          <p:nvSpPr>
            <p:cNvPr id="58" name="Object 56">
              <a:extLst>
                <a:ext uri="{FF2B5EF4-FFF2-40B4-BE49-F238E27FC236}">
                  <a16:creationId xmlns:a16="http://schemas.microsoft.com/office/drawing/2014/main" id="{C7341A7B-0435-32FE-F901-C0CB19C0E6B1}"/>
                </a:ext>
              </a:extLst>
            </p:cNvPr>
            <p:cNvSpPr/>
            <p:nvPr/>
          </p:nvSpPr>
          <p:spPr>
            <a:xfrm>
              <a:off x="10581876" y="3133156"/>
              <a:ext cx="1369111" cy="142535"/>
            </a:xfrm>
            <a:prstGeom prst="rect">
              <a:avLst/>
            </a:prstGeom>
            <a:noFill/>
          </p:spPr>
          <p:txBody>
            <a:bodyPr wrap="square" lIns="0" tIns="0" rIns="0" bIns="0" rtlCol="0" anchor="t"/>
            <a:lstStyle/>
            <a:p>
              <a:pPr marL="0" marR="0" lvl="0" indent="0" algn="l" defTabSz="914400" rtl="0" eaLnBrk="1" fontAlgn="auto" latinLnBrk="0" hangingPunct="1">
                <a:lnSpc>
                  <a:spcPts val="1256"/>
                </a:lnSpc>
                <a:spcBef>
                  <a:spcPts val="0"/>
                </a:spcBef>
                <a:spcAft>
                  <a:spcPts val="600"/>
                </a:spcAft>
                <a:buClrTx/>
                <a:buSzTx/>
                <a:buFontTx/>
                <a:buNone/>
                <a:tabLst/>
                <a:defRPr/>
              </a:pPr>
              <a:r>
                <a:rPr kumimoji="0" lang="en-US" sz="1400" b="0" i="0" u="none" strike="noStrike" kern="1200" cap="none" spc="0" normalizeH="0" baseline="0" noProof="0">
                  <a:ln>
                    <a:noFill/>
                  </a:ln>
                  <a:effectLst/>
                  <a:uLnTx/>
                  <a:uFillTx/>
                  <a:latin typeface="Calibri" panose="020F0502020204030204" pitchFamily="34" charset="0"/>
                  <a:ea typeface="Source Sans Pro" pitchFamily="34" charset="-122"/>
                  <a:cs typeface="Calibri" panose="020F0502020204030204" pitchFamily="34" charset="0"/>
                </a:rPr>
                <a:t>ANALYZE DATA</a:t>
              </a:r>
              <a:endParaRPr kumimoji="0" lang="en-US" sz="2000" b="0" i="0" u="none" strike="noStrike" kern="1200" cap="none" spc="0" normalizeH="0" baseline="0" noProof="0">
                <a:ln>
                  <a:noFill/>
                </a:ln>
                <a:effectLst/>
                <a:uLnTx/>
                <a:uFillTx/>
                <a:latin typeface="Calibri" panose="020F0502020204030204" pitchFamily="34" charset="0"/>
                <a:cs typeface="Calibri" panose="020F0502020204030204" pitchFamily="34" charset="0"/>
              </a:endParaRPr>
            </a:p>
          </p:txBody>
        </p:sp>
        <p:sp>
          <p:nvSpPr>
            <p:cNvPr id="59" name="Object 57">
              <a:extLst>
                <a:ext uri="{FF2B5EF4-FFF2-40B4-BE49-F238E27FC236}">
                  <a16:creationId xmlns:a16="http://schemas.microsoft.com/office/drawing/2014/main" id="{19508B50-1E12-84FE-0B63-6ECDC75C6CAC}"/>
                </a:ext>
              </a:extLst>
            </p:cNvPr>
            <p:cNvSpPr>
              <a:spLocks noChangeAspect="1"/>
            </p:cNvSpPr>
            <p:nvPr/>
          </p:nvSpPr>
          <p:spPr>
            <a:xfrm>
              <a:off x="9772453" y="2642036"/>
              <a:ext cx="714196" cy="714196"/>
            </a:xfrm>
            <a:prstGeom prst="ellipse">
              <a:avLst/>
            </a:prstGeom>
            <a:solidFill>
              <a:srgbClr val="A20E57"/>
            </a:solidFill>
          </p:spPr>
        </p:sp>
        <p:pic>
          <p:nvPicPr>
            <p:cNvPr id="60" name="Object 58" descr="preencoded.png">
              <a:extLst>
                <a:ext uri="{FF2B5EF4-FFF2-40B4-BE49-F238E27FC236}">
                  <a16:creationId xmlns:a16="http://schemas.microsoft.com/office/drawing/2014/main" id="{04F9CAB5-B410-B6E1-7056-61ACDA1E6F64}"/>
                </a:ext>
              </a:extLst>
            </p:cNvPr>
            <p:cNvPicPr>
              <a:picLocks noChangeAspect="1"/>
            </p:cNvPicPr>
            <p:nvPr/>
          </p:nvPicPr>
          <p:blipFill>
            <a:blip r:embed="rId59">
              <a:extLst>
                <a:ext uri="{96DAC541-7B7A-43D3-8B79-37D633B846F1}">
                  <asvg:svgBlip xmlns:asvg="http://schemas.microsoft.com/office/drawing/2016/SVG/main" r:embed="rId60"/>
                </a:ext>
              </a:extLst>
            </a:blip>
            <a:stretch>
              <a:fillRect/>
            </a:stretch>
          </p:blipFill>
          <p:spPr>
            <a:xfrm>
              <a:off x="9950997" y="2820786"/>
              <a:ext cx="361860" cy="352337"/>
            </a:xfrm>
            <a:prstGeom prst="rect">
              <a:avLst/>
            </a:prstGeom>
          </p:spPr>
        </p:pic>
        <p:sp>
          <p:nvSpPr>
            <p:cNvPr id="61" name="Object 59">
              <a:extLst>
                <a:ext uri="{FF2B5EF4-FFF2-40B4-BE49-F238E27FC236}">
                  <a16:creationId xmlns:a16="http://schemas.microsoft.com/office/drawing/2014/main" id="{5005D305-AB54-6AF4-51C1-73982911DC54}"/>
                </a:ext>
              </a:extLst>
            </p:cNvPr>
            <p:cNvSpPr/>
            <p:nvPr/>
          </p:nvSpPr>
          <p:spPr>
            <a:xfrm>
              <a:off x="9602094" y="5110108"/>
              <a:ext cx="1054916" cy="242255"/>
            </a:xfrm>
            <a:prstGeom prst="rect">
              <a:avLst/>
            </a:prstGeom>
            <a:noFill/>
          </p:spPr>
          <p:txBody>
            <a:bodyPr wrap="square" lIns="0" tIns="0" rIns="0" bIns="0" rtlCol="0" anchor="t"/>
            <a:lstStyle/>
            <a:p>
              <a:pPr marL="0" marR="0" lvl="0" indent="0" algn="ctr" defTabSz="914400" rtl="0" eaLnBrk="1" fontAlgn="auto" latinLnBrk="0" hangingPunct="1">
                <a:lnSpc>
                  <a:spcPts val="2354"/>
                </a:lnSpc>
                <a:spcBef>
                  <a:spcPts val="0"/>
                </a:spcBef>
                <a:spcAft>
                  <a:spcPts val="600"/>
                </a:spcAft>
                <a:buClrTx/>
                <a:buSzTx/>
                <a:buFontTx/>
                <a:buNone/>
                <a:tabLst/>
                <a:defRPr/>
              </a:pPr>
              <a:r>
                <a:rPr kumimoji="0" lang="en-US" sz="2300" b="1" i="0" u="none" strike="noStrike" kern="1200" cap="none" spc="0" normalizeH="0" baseline="0" noProof="0">
                  <a:ln>
                    <a:noFill/>
                  </a:ln>
                  <a:solidFill>
                    <a:srgbClr val="F10032"/>
                  </a:solidFill>
                  <a:effectLst/>
                  <a:uLnTx/>
                  <a:uFillTx/>
                  <a:latin typeface="Calibri" panose="020F0502020204030204" pitchFamily="34" charset="0"/>
                  <a:ea typeface="Source Sans Pro" pitchFamily="34" charset="-122"/>
                  <a:cs typeface="Calibri" panose="020F0502020204030204" pitchFamily="34" charset="0"/>
                </a:rPr>
                <a:t>#9</a:t>
              </a:r>
              <a:endParaRPr kumimoji="0" lang="en-US" sz="1800" b="0" i="0" u="none" strike="noStrike" kern="1200" cap="none" spc="0" normalizeH="0" baseline="0" noProof="0">
                <a:ln>
                  <a:noFill/>
                </a:ln>
                <a:solidFill>
                  <a:prstClr val="black"/>
                </a:solidFill>
                <a:effectLst/>
                <a:uLnTx/>
                <a:uFillTx/>
                <a:latin typeface="Calibri" panose="020F0502020204030204" pitchFamily="34" charset="0"/>
                <a:cs typeface="Calibri" panose="020F0502020204030204" pitchFamily="34" charset="0"/>
              </a:endParaRPr>
            </a:p>
          </p:txBody>
        </p:sp>
        <p:sp>
          <p:nvSpPr>
            <p:cNvPr id="62" name="Object 60">
              <a:extLst>
                <a:ext uri="{FF2B5EF4-FFF2-40B4-BE49-F238E27FC236}">
                  <a16:creationId xmlns:a16="http://schemas.microsoft.com/office/drawing/2014/main" id="{DAB95927-F924-3817-4F80-CE9ADACFEB1A}"/>
                </a:ext>
              </a:extLst>
            </p:cNvPr>
            <p:cNvSpPr/>
            <p:nvPr/>
          </p:nvSpPr>
          <p:spPr>
            <a:xfrm>
              <a:off x="8599611" y="5480881"/>
              <a:ext cx="3059884" cy="142535"/>
            </a:xfrm>
            <a:prstGeom prst="rect">
              <a:avLst/>
            </a:prstGeom>
            <a:noFill/>
          </p:spPr>
          <p:txBody>
            <a:bodyPr wrap="square" lIns="0" tIns="0" rIns="0" bIns="0" rtlCol="0" anchor="t"/>
            <a:lstStyle/>
            <a:p>
              <a:pPr marL="0" marR="0" lvl="0" indent="0" algn="ctr" defTabSz="914400" rtl="0" eaLnBrk="1" fontAlgn="auto" latinLnBrk="0" hangingPunct="1">
                <a:lnSpc>
                  <a:spcPts val="1256"/>
                </a:lnSpc>
                <a:spcBef>
                  <a:spcPts val="0"/>
                </a:spcBef>
                <a:spcAft>
                  <a:spcPts val="600"/>
                </a:spcAft>
                <a:buClrTx/>
                <a:buSzTx/>
                <a:buFontTx/>
                <a:buNone/>
                <a:tabLst/>
                <a:defRPr/>
              </a:pPr>
              <a:r>
                <a:rPr kumimoji="0" lang="en-US" sz="1400" b="0" i="0" u="none" strike="noStrike" kern="1200" cap="none" spc="0" normalizeH="0" baseline="0" noProof="0">
                  <a:ln>
                    <a:noFill/>
                  </a:ln>
                  <a:effectLst/>
                  <a:uLnTx/>
                  <a:uFillTx/>
                  <a:latin typeface="Calibri" panose="020F0502020204030204" pitchFamily="34" charset="0"/>
                  <a:ea typeface="Source Sans Pro" pitchFamily="34" charset="-122"/>
                  <a:cs typeface="Calibri" panose="020F0502020204030204" pitchFamily="34" charset="0"/>
                </a:rPr>
                <a:t>PUBLICATION AND APPLICATION         (REAL-WORLD OUTCOMES)</a:t>
              </a:r>
              <a:endParaRPr kumimoji="0" lang="en-US" sz="2000" b="0" i="0" u="none" strike="noStrike" kern="1200" cap="none" spc="0" normalizeH="0" baseline="0" noProof="0">
                <a:ln>
                  <a:noFill/>
                </a:ln>
                <a:effectLst/>
                <a:uLnTx/>
                <a:uFillTx/>
                <a:latin typeface="Calibri" panose="020F0502020204030204" pitchFamily="34" charset="0"/>
                <a:cs typeface="Calibri" panose="020F0502020204030204" pitchFamily="34" charset="0"/>
              </a:endParaRPr>
            </a:p>
          </p:txBody>
        </p:sp>
        <p:pic>
          <p:nvPicPr>
            <p:cNvPr id="63" name="Object 61" descr="preencoded.png">
              <a:extLst>
                <a:ext uri="{FF2B5EF4-FFF2-40B4-BE49-F238E27FC236}">
                  <a16:creationId xmlns:a16="http://schemas.microsoft.com/office/drawing/2014/main" id="{A681ED78-7D58-60F5-C0D8-A80C120D465D}"/>
                </a:ext>
              </a:extLst>
            </p:cNvPr>
            <p:cNvPicPr>
              <a:picLocks noChangeAspect="1"/>
            </p:cNvPicPr>
            <p:nvPr/>
          </p:nvPicPr>
          <p:blipFill>
            <a:blip r:embed="rId61">
              <a:extLst>
                <a:ext uri="{96DAC541-7B7A-43D3-8B79-37D633B846F1}">
                  <asvg:svgBlip xmlns:asvg="http://schemas.microsoft.com/office/drawing/2016/SVG/main" r:embed="rId62"/>
                </a:ext>
              </a:extLst>
            </a:blip>
            <a:stretch>
              <a:fillRect/>
            </a:stretch>
          </p:blipFill>
          <p:spPr>
            <a:xfrm>
              <a:off x="9950906" y="4495249"/>
              <a:ext cx="352337" cy="247588"/>
            </a:xfrm>
            <a:prstGeom prst="rect">
              <a:avLst/>
            </a:prstGeom>
          </p:spPr>
        </p:pic>
        <p:sp>
          <p:nvSpPr>
            <p:cNvPr id="64" name="Object 62">
              <a:extLst>
                <a:ext uri="{FF2B5EF4-FFF2-40B4-BE49-F238E27FC236}">
                  <a16:creationId xmlns:a16="http://schemas.microsoft.com/office/drawing/2014/main" id="{191B842F-740A-A491-7D05-E364B91DDB04}"/>
                </a:ext>
              </a:extLst>
            </p:cNvPr>
            <p:cNvSpPr>
              <a:spLocks noChangeAspect="1"/>
            </p:cNvSpPr>
            <p:nvPr/>
          </p:nvSpPr>
          <p:spPr>
            <a:xfrm>
              <a:off x="9772453" y="4260881"/>
              <a:ext cx="714196" cy="714196"/>
            </a:xfrm>
            <a:prstGeom prst="ellipse">
              <a:avLst/>
            </a:prstGeom>
            <a:noFill/>
            <a:ln w="25400">
              <a:solidFill>
                <a:srgbClr val="F10032"/>
              </a:solidFill>
              <a:prstDash val="solid"/>
              <a:miter lim="800000"/>
            </a:ln>
          </p:spPr>
        </p:sp>
      </p:grpSp>
      <p:grpSp>
        <p:nvGrpSpPr>
          <p:cNvPr id="3" name="Group 2">
            <a:extLst>
              <a:ext uri="{FF2B5EF4-FFF2-40B4-BE49-F238E27FC236}">
                <a16:creationId xmlns:a16="http://schemas.microsoft.com/office/drawing/2014/main" id="{A01F095D-4BA8-9A77-431C-CB790DA0F248}"/>
              </a:ext>
            </a:extLst>
          </p:cNvPr>
          <p:cNvGrpSpPr/>
          <p:nvPr/>
        </p:nvGrpSpPr>
        <p:grpSpPr>
          <a:xfrm>
            <a:off x="484361" y="5641205"/>
            <a:ext cx="11223279" cy="417497"/>
            <a:chOff x="484361" y="5938861"/>
            <a:chExt cx="11223279" cy="417497"/>
          </a:xfrm>
        </p:grpSpPr>
        <p:grpSp>
          <p:nvGrpSpPr>
            <p:cNvPr id="67" name="Group 66">
              <a:extLst>
                <a:ext uri="{FF2B5EF4-FFF2-40B4-BE49-F238E27FC236}">
                  <a16:creationId xmlns:a16="http://schemas.microsoft.com/office/drawing/2014/main" id="{EE95A989-6C3D-F505-5E1A-C497F44C5E2A}"/>
                </a:ext>
              </a:extLst>
            </p:cNvPr>
            <p:cNvGrpSpPr/>
            <p:nvPr/>
          </p:nvGrpSpPr>
          <p:grpSpPr>
            <a:xfrm>
              <a:off x="3450240" y="6079030"/>
              <a:ext cx="3120926" cy="137160"/>
              <a:chOff x="3813181" y="5783733"/>
              <a:chExt cx="3120926" cy="137160"/>
            </a:xfrm>
          </p:grpSpPr>
          <p:sp>
            <p:nvSpPr>
              <p:cNvPr id="68" name="Object 32">
                <a:extLst>
                  <a:ext uri="{FF2B5EF4-FFF2-40B4-BE49-F238E27FC236}">
                    <a16:creationId xmlns:a16="http://schemas.microsoft.com/office/drawing/2014/main" id="{C08D8404-957E-9A7B-D9FC-95FF9E22C7AB}"/>
                  </a:ext>
                </a:extLst>
              </p:cNvPr>
              <p:cNvSpPr/>
              <p:nvPr/>
            </p:nvSpPr>
            <p:spPr>
              <a:xfrm>
                <a:off x="4046590" y="5790140"/>
                <a:ext cx="2887517" cy="124346"/>
              </a:xfrm>
              <a:prstGeom prst="rect">
                <a:avLst/>
              </a:prstGeom>
              <a:noFill/>
            </p:spPr>
            <p:txBody>
              <a:bodyPr wrap="square" lIns="0" tIns="0" rIns="0" bIns="0" rtlCol="0" anchor="t"/>
              <a:lstStyle/>
              <a:p>
                <a:pPr marL="0" marR="0" lvl="0" indent="0" defTabSz="914400" rtl="0" eaLnBrk="1" fontAlgn="auto" latinLnBrk="0" hangingPunct="1">
                  <a:lnSpc>
                    <a:spcPts val="1256"/>
                  </a:lnSpc>
                  <a:spcBef>
                    <a:spcPts val="0"/>
                  </a:spcBef>
                  <a:spcAft>
                    <a:spcPts val="600"/>
                  </a:spcAft>
                  <a:buClrTx/>
                  <a:buSzTx/>
                  <a:buFontTx/>
                  <a:buNone/>
                  <a:tabLst/>
                  <a:defRPr/>
                </a:pPr>
                <a:r>
                  <a:rPr lang="en-US">
                    <a:solidFill>
                      <a:srgbClr val="0E406A"/>
                    </a:solidFill>
                    <a:latin typeface="Calibri" panose="020F0502020204030204" pitchFamily="34" charset="0"/>
                    <a:cs typeface="Calibri" panose="020F0502020204030204" pitchFamily="34" charset="0"/>
                  </a:rPr>
                  <a:t>12,000+ WOC/IPAs</a:t>
                </a:r>
                <a:endParaRPr kumimoji="0" lang="en-US" sz="2800" i="0" u="none" strike="noStrike" kern="1200" cap="none" spc="0" normalizeH="0" baseline="0" noProof="0">
                  <a:ln>
                    <a:noFill/>
                  </a:ln>
                  <a:solidFill>
                    <a:srgbClr val="0E406A"/>
                  </a:solidFill>
                  <a:effectLst/>
                  <a:uLnTx/>
                  <a:uFillTx/>
                  <a:latin typeface="Calibri" panose="020F0502020204030204" pitchFamily="34" charset="0"/>
                  <a:cs typeface="Calibri" panose="020F0502020204030204" pitchFamily="34" charset="0"/>
                </a:endParaRPr>
              </a:p>
            </p:txBody>
          </p:sp>
          <p:pic>
            <p:nvPicPr>
              <p:cNvPr id="69" name="Object 5" descr="preencoded.png">
                <a:extLst>
                  <a:ext uri="{FF2B5EF4-FFF2-40B4-BE49-F238E27FC236}">
                    <a16:creationId xmlns:a16="http://schemas.microsoft.com/office/drawing/2014/main" id="{C175E6F2-D392-31C0-F6BB-2ECA10AEB781}"/>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3813181" y="5783733"/>
                <a:ext cx="137160" cy="137160"/>
              </a:xfrm>
              <a:prstGeom prst="rect">
                <a:avLst/>
              </a:prstGeom>
            </p:spPr>
          </p:pic>
        </p:grpSp>
        <p:grpSp>
          <p:nvGrpSpPr>
            <p:cNvPr id="70" name="Group 69">
              <a:extLst>
                <a:ext uri="{FF2B5EF4-FFF2-40B4-BE49-F238E27FC236}">
                  <a16:creationId xmlns:a16="http://schemas.microsoft.com/office/drawing/2014/main" id="{DEF95B16-41AA-4B00-0D33-8702496ECFF0}"/>
                </a:ext>
              </a:extLst>
            </p:cNvPr>
            <p:cNvGrpSpPr/>
            <p:nvPr/>
          </p:nvGrpSpPr>
          <p:grpSpPr>
            <a:xfrm>
              <a:off x="5543585" y="6079030"/>
              <a:ext cx="3120926" cy="137160"/>
              <a:chOff x="6009720" y="5783733"/>
              <a:chExt cx="3120926" cy="137160"/>
            </a:xfrm>
          </p:grpSpPr>
          <p:sp>
            <p:nvSpPr>
              <p:cNvPr id="71" name="Object 32">
                <a:extLst>
                  <a:ext uri="{FF2B5EF4-FFF2-40B4-BE49-F238E27FC236}">
                    <a16:creationId xmlns:a16="http://schemas.microsoft.com/office/drawing/2014/main" id="{C805EB2D-1FC4-2E1E-8AA0-E2BBADDE7E47}"/>
                  </a:ext>
                </a:extLst>
              </p:cNvPr>
              <p:cNvSpPr/>
              <p:nvPr/>
            </p:nvSpPr>
            <p:spPr>
              <a:xfrm>
                <a:off x="6243129" y="5790140"/>
                <a:ext cx="2887517" cy="124346"/>
              </a:xfrm>
              <a:prstGeom prst="rect">
                <a:avLst/>
              </a:prstGeom>
              <a:noFill/>
            </p:spPr>
            <p:txBody>
              <a:bodyPr wrap="square" lIns="0" tIns="0" rIns="0" bIns="0" rtlCol="0" anchor="t"/>
              <a:lstStyle/>
              <a:p>
                <a:pPr marL="0" marR="0" lvl="0" indent="0" defTabSz="914400" rtl="0" eaLnBrk="1" fontAlgn="auto" latinLnBrk="0" hangingPunct="1">
                  <a:lnSpc>
                    <a:spcPts val="1256"/>
                  </a:lnSpc>
                  <a:spcBef>
                    <a:spcPts val="0"/>
                  </a:spcBef>
                  <a:spcAft>
                    <a:spcPts val="600"/>
                  </a:spcAft>
                  <a:buClrTx/>
                  <a:buSzTx/>
                  <a:buFontTx/>
                  <a:buNone/>
                  <a:tabLst/>
                  <a:defRPr/>
                </a:pPr>
                <a:r>
                  <a:rPr lang="en-US">
                    <a:solidFill>
                      <a:srgbClr val="0E406A"/>
                    </a:solidFill>
                    <a:latin typeface="Calibri" panose="020F0502020204030204" pitchFamily="34" charset="0"/>
                    <a:cs typeface="Calibri" panose="020F0502020204030204" pitchFamily="34" charset="0"/>
                  </a:rPr>
                  <a:t>2,000 proposals per year</a:t>
                </a:r>
                <a:endParaRPr kumimoji="0" lang="en-US" sz="2800" i="0" u="none" strike="noStrike" kern="1200" cap="none" spc="0" normalizeH="0" baseline="0" noProof="0">
                  <a:ln>
                    <a:noFill/>
                  </a:ln>
                  <a:solidFill>
                    <a:srgbClr val="0E406A"/>
                  </a:solidFill>
                  <a:effectLst/>
                  <a:uLnTx/>
                  <a:uFillTx/>
                  <a:latin typeface="Calibri" panose="020F0502020204030204" pitchFamily="34" charset="0"/>
                  <a:cs typeface="Calibri" panose="020F0502020204030204" pitchFamily="34" charset="0"/>
                </a:endParaRPr>
              </a:p>
            </p:txBody>
          </p:sp>
          <p:pic>
            <p:nvPicPr>
              <p:cNvPr id="72" name="Object 5" descr="preencoded.png">
                <a:extLst>
                  <a:ext uri="{FF2B5EF4-FFF2-40B4-BE49-F238E27FC236}">
                    <a16:creationId xmlns:a16="http://schemas.microsoft.com/office/drawing/2014/main" id="{F40DEF39-E6C3-9942-06A0-04AA4D6C61A7}"/>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6009720" y="5783733"/>
                <a:ext cx="137160" cy="137160"/>
              </a:xfrm>
              <a:prstGeom prst="rect">
                <a:avLst/>
              </a:prstGeom>
            </p:spPr>
          </p:pic>
        </p:grpSp>
        <p:grpSp>
          <p:nvGrpSpPr>
            <p:cNvPr id="73" name="Group 72">
              <a:extLst>
                <a:ext uri="{FF2B5EF4-FFF2-40B4-BE49-F238E27FC236}">
                  <a16:creationId xmlns:a16="http://schemas.microsoft.com/office/drawing/2014/main" id="{C23BC75B-4776-F3C4-4F4F-5050F40403E9}"/>
                </a:ext>
              </a:extLst>
            </p:cNvPr>
            <p:cNvGrpSpPr/>
            <p:nvPr/>
          </p:nvGrpSpPr>
          <p:grpSpPr>
            <a:xfrm>
              <a:off x="8203904" y="6079030"/>
              <a:ext cx="3415281" cy="137160"/>
              <a:chOff x="8914011" y="5783733"/>
              <a:chExt cx="3415281" cy="137160"/>
            </a:xfrm>
          </p:grpSpPr>
          <p:sp>
            <p:nvSpPr>
              <p:cNvPr id="74" name="Object 32">
                <a:extLst>
                  <a:ext uri="{FF2B5EF4-FFF2-40B4-BE49-F238E27FC236}">
                    <a16:creationId xmlns:a16="http://schemas.microsoft.com/office/drawing/2014/main" id="{C8972A45-0ACA-36A1-B887-A4448E87F7CA}"/>
                  </a:ext>
                </a:extLst>
              </p:cNvPr>
              <p:cNvSpPr/>
              <p:nvPr/>
            </p:nvSpPr>
            <p:spPr>
              <a:xfrm>
                <a:off x="9147420" y="5790140"/>
                <a:ext cx="3181872" cy="83781"/>
              </a:xfrm>
              <a:prstGeom prst="rect">
                <a:avLst/>
              </a:prstGeom>
              <a:noFill/>
            </p:spPr>
            <p:txBody>
              <a:bodyPr wrap="square" lIns="0" tIns="0" rIns="0" bIns="0" rtlCol="0" anchor="t"/>
              <a:lstStyle/>
              <a:p>
                <a:pPr marL="0" marR="0" lvl="0" indent="0" defTabSz="914400" rtl="0" eaLnBrk="1" fontAlgn="auto" latinLnBrk="0" hangingPunct="1">
                  <a:lnSpc>
                    <a:spcPts val="1256"/>
                  </a:lnSpc>
                  <a:spcBef>
                    <a:spcPts val="0"/>
                  </a:spcBef>
                  <a:spcAft>
                    <a:spcPts val="600"/>
                  </a:spcAft>
                  <a:buClrTx/>
                  <a:buSzTx/>
                  <a:buFontTx/>
                  <a:buNone/>
                  <a:tabLst/>
                  <a:defRPr/>
                </a:pPr>
                <a:r>
                  <a:rPr lang="en-US">
                    <a:solidFill>
                      <a:srgbClr val="0E406A"/>
                    </a:solidFill>
                    <a:latin typeface="Calibri" panose="020F0502020204030204" pitchFamily="34" charset="0"/>
                    <a:cs typeface="Calibri" panose="020F0502020204030204" pitchFamily="34" charset="0"/>
                  </a:rPr>
                  <a:t>550 new projects funded per year</a:t>
                </a:r>
                <a:endParaRPr kumimoji="0" lang="en-US" sz="2800" i="0" u="none" strike="noStrike" kern="1200" cap="none" spc="0" normalizeH="0" baseline="0" noProof="0">
                  <a:ln>
                    <a:noFill/>
                  </a:ln>
                  <a:solidFill>
                    <a:srgbClr val="0E406A"/>
                  </a:solidFill>
                  <a:effectLst/>
                  <a:uLnTx/>
                  <a:uFillTx/>
                  <a:latin typeface="Calibri" panose="020F0502020204030204" pitchFamily="34" charset="0"/>
                  <a:cs typeface="Calibri" panose="020F0502020204030204" pitchFamily="34" charset="0"/>
                </a:endParaRPr>
              </a:p>
            </p:txBody>
          </p:sp>
          <p:pic>
            <p:nvPicPr>
              <p:cNvPr id="75" name="Object 5" descr="preencoded.png">
                <a:extLst>
                  <a:ext uri="{FF2B5EF4-FFF2-40B4-BE49-F238E27FC236}">
                    <a16:creationId xmlns:a16="http://schemas.microsoft.com/office/drawing/2014/main" id="{3CE93DD7-B2C8-4F8F-46E7-6699C15ECAAC}"/>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8914011" y="5783733"/>
                <a:ext cx="137160" cy="137160"/>
              </a:xfrm>
              <a:prstGeom prst="rect">
                <a:avLst/>
              </a:prstGeom>
            </p:spPr>
          </p:pic>
        </p:grpSp>
        <p:sp>
          <p:nvSpPr>
            <p:cNvPr id="76" name="Rectangle 75">
              <a:extLst>
                <a:ext uri="{FF2B5EF4-FFF2-40B4-BE49-F238E27FC236}">
                  <a16:creationId xmlns:a16="http://schemas.microsoft.com/office/drawing/2014/main" id="{89CB3293-2EDB-29FD-0F4A-436E3195766B}"/>
                </a:ext>
              </a:extLst>
            </p:cNvPr>
            <p:cNvSpPr/>
            <p:nvPr/>
          </p:nvSpPr>
          <p:spPr>
            <a:xfrm>
              <a:off x="484361" y="5938861"/>
              <a:ext cx="11223279" cy="417497"/>
            </a:xfrm>
            <a:prstGeom prst="rect">
              <a:avLst/>
            </a:prstGeom>
            <a:noFill/>
            <a:ln w="12700">
              <a:solidFill>
                <a:srgbClr val="CF3338"/>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7" name="Group 76">
              <a:extLst>
                <a:ext uri="{FF2B5EF4-FFF2-40B4-BE49-F238E27FC236}">
                  <a16:creationId xmlns:a16="http://schemas.microsoft.com/office/drawing/2014/main" id="{56BB2219-3408-C0FE-30A4-AFB53C9599C3}"/>
                </a:ext>
              </a:extLst>
            </p:cNvPr>
            <p:cNvGrpSpPr/>
            <p:nvPr/>
          </p:nvGrpSpPr>
          <p:grpSpPr>
            <a:xfrm>
              <a:off x="554550" y="6079030"/>
              <a:ext cx="3120926" cy="137160"/>
              <a:chOff x="554550" y="5777326"/>
              <a:chExt cx="3120926" cy="137160"/>
            </a:xfrm>
          </p:grpSpPr>
          <p:sp>
            <p:nvSpPr>
              <p:cNvPr id="78" name="Object 32">
                <a:extLst>
                  <a:ext uri="{FF2B5EF4-FFF2-40B4-BE49-F238E27FC236}">
                    <a16:creationId xmlns:a16="http://schemas.microsoft.com/office/drawing/2014/main" id="{4EF6EFC0-C3B6-1181-146E-922E38859623}"/>
                  </a:ext>
                </a:extLst>
              </p:cNvPr>
              <p:cNvSpPr/>
              <p:nvPr/>
            </p:nvSpPr>
            <p:spPr>
              <a:xfrm>
                <a:off x="787959" y="5790140"/>
                <a:ext cx="2887517" cy="124346"/>
              </a:xfrm>
              <a:prstGeom prst="rect">
                <a:avLst/>
              </a:prstGeom>
              <a:noFill/>
            </p:spPr>
            <p:txBody>
              <a:bodyPr wrap="square" lIns="0" tIns="0" rIns="0" bIns="0" rtlCol="0" anchor="t"/>
              <a:lstStyle/>
              <a:p>
                <a:pPr marL="0" marR="0" lvl="0" indent="0" defTabSz="914400" rtl="0" eaLnBrk="1" fontAlgn="auto" latinLnBrk="0" hangingPunct="1">
                  <a:lnSpc>
                    <a:spcPts val="1256"/>
                  </a:lnSpc>
                  <a:spcBef>
                    <a:spcPts val="0"/>
                  </a:spcBef>
                  <a:spcAft>
                    <a:spcPts val="600"/>
                  </a:spcAft>
                  <a:buClrTx/>
                  <a:buSzTx/>
                  <a:buFontTx/>
                  <a:buNone/>
                  <a:tabLst/>
                  <a:defRPr/>
                </a:pPr>
                <a:r>
                  <a:rPr kumimoji="0" lang="en-US" i="0" u="none" strike="noStrike" kern="1200" cap="none" spc="0" normalizeH="0" baseline="0" noProof="0">
                    <a:ln>
                      <a:noFill/>
                    </a:ln>
                    <a:solidFill>
                      <a:srgbClr val="0E406A"/>
                    </a:solidFill>
                    <a:effectLst/>
                    <a:uLnTx/>
                    <a:uFillTx/>
                    <a:latin typeface="Calibri" panose="020F0502020204030204" pitchFamily="34" charset="0"/>
                    <a:ea typeface="Source Sans Pro" pitchFamily="34" charset="-122"/>
                    <a:cs typeface="Calibri" panose="020F0502020204030204" pitchFamily="34" charset="0"/>
                  </a:rPr>
                  <a:t>4,600 research funded FTEs</a:t>
                </a:r>
                <a:endParaRPr kumimoji="0" lang="en-US" sz="2800" i="0" u="none" strike="noStrike" kern="1200" cap="none" spc="0" normalizeH="0" baseline="0" noProof="0">
                  <a:ln>
                    <a:noFill/>
                  </a:ln>
                  <a:solidFill>
                    <a:srgbClr val="0E406A"/>
                  </a:solidFill>
                  <a:effectLst/>
                  <a:uLnTx/>
                  <a:uFillTx/>
                  <a:latin typeface="Calibri" panose="020F0502020204030204" pitchFamily="34" charset="0"/>
                  <a:cs typeface="Calibri" panose="020F0502020204030204" pitchFamily="34" charset="0"/>
                </a:endParaRPr>
              </a:p>
            </p:txBody>
          </p:sp>
          <p:pic>
            <p:nvPicPr>
              <p:cNvPr id="79" name="Object 5" descr="preencoded.png">
                <a:extLst>
                  <a:ext uri="{FF2B5EF4-FFF2-40B4-BE49-F238E27FC236}">
                    <a16:creationId xmlns:a16="http://schemas.microsoft.com/office/drawing/2014/main" id="{9F763583-5696-93C7-10F3-14DD0F656D12}"/>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554550" y="5777326"/>
                <a:ext cx="137160" cy="137160"/>
              </a:xfrm>
              <a:prstGeom prst="rect">
                <a:avLst/>
              </a:prstGeom>
            </p:spPr>
          </p:pic>
        </p:grpSp>
      </p:grpSp>
    </p:spTree>
    <p:extLst>
      <p:ext uri="{BB962C8B-B14F-4D97-AF65-F5344CB8AC3E}">
        <p14:creationId xmlns:p14="http://schemas.microsoft.com/office/powerpoint/2010/main" val="35789823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7">
            <a:extLst>
              <a:ext uri="{FF2B5EF4-FFF2-40B4-BE49-F238E27FC236}">
                <a16:creationId xmlns:a16="http://schemas.microsoft.com/office/drawing/2014/main" id="{1234B337-A33E-F7F2-4D86-BFBAC2F7CB46}"/>
              </a:ext>
            </a:extLst>
          </p:cNvPr>
          <p:cNvSpPr>
            <a:spLocks noGrp="1"/>
          </p:cNvSpPr>
          <p:nvPr>
            <p:ph type="title"/>
          </p:nvPr>
        </p:nvSpPr>
        <p:spPr>
          <a:xfrm>
            <a:off x="390524" y="97245"/>
            <a:ext cx="10963275" cy="680223"/>
          </a:xfrm>
        </p:spPr>
        <p:txBody>
          <a:bodyPr/>
          <a:lstStyle/>
          <a:p>
            <a:r>
              <a:rPr lang="en-US" sz="2400"/>
              <a:t>Transforming into a Research Enterprise to Increase VA Research Real-World Impact</a:t>
            </a:r>
            <a:endParaRPr lang="en-US" sz="2400">
              <a:cs typeface="Calibri Light"/>
            </a:endParaRPr>
          </a:p>
        </p:txBody>
      </p:sp>
      <p:cxnSp>
        <p:nvCxnSpPr>
          <p:cNvPr id="38" name="Straight Connector 37">
            <a:extLst>
              <a:ext uri="{FF2B5EF4-FFF2-40B4-BE49-F238E27FC236}">
                <a16:creationId xmlns:a16="http://schemas.microsoft.com/office/drawing/2014/main" id="{FF690924-9F2A-496A-9A3B-ED86932952BE}"/>
              </a:ext>
            </a:extLst>
          </p:cNvPr>
          <p:cNvCxnSpPr>
            <a:cxnSpLocks/>
          </p:cNvCxnSpPr>
          <p:nvPr/>
        </p:nvCxnSpPr>
        <p:spPr>
          <a:xfrm>
            <a:off x="12192000" y="2292528"/>
            <a:ext cx="0" cy="1984758"/>
          </a:xfrm>
          <a:prstGeom prst="line">
            <a:avLst/>
          </a:prstGeom>
          <a:ln w="12700">
            <a:solidFill>
              <a:srgbClr val="A29C9C"/>
            </a:solidFill>
            <a:prstDash val="lgDash"/>
          </a:ln>
        </p:spPr>
        <p:style>
          <a:lnRef idx="1">
            <a:schemeClr val="accent1"/>
          </a:lnRef>
          <a:fillRef idx="0">
            <a:schemeClr val="accent1"/>
          </a:fillRef>
          <a:effectRef idx="0">
            <a:schemeClr val="accent1"/>
          </a:effectRef>
          <a:fontRef idx="minor">
            <a:schemeClr val="tx1"/>
          </a:fontRef>
        </p:style>
      </p:cxnSp>
      <p:sp>
        <p:nvSpPr>
          <p:cNvPr id="46" name="Slide Number Placeholder 2">
            <a:extLst>
              <a:ext uri="{FF2B5EF4-FFF2-40B4-BE49-F238E27FC236}">
                <a16:creationId xmlns:a16="http://schemas.microsoft.com/office/drawing/2014/main" id="{9DFB0D76-65AC-90ED-1FD0-5D583756623C}"/>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828CB061-C705-4EF6-209D-4CCA57FA0717}"/>
              </a:ext>
            </a:extLst>
          </p:cNvPr>
          <p:cNvSpPr/>
          <p:nvPr/>
        </p:nvSpPr>
        <p:spPr>
          <a:xfrm>
            <a:off x="544001" y="4525472"/>
            <a:ext cx="4662886" cy="1967403"/>
          </a:xfrm>
          <a:custGeom>
            <a:avLst/>
            <a:gdLst>
              <a:gd name="connsiteX0" fmla="*/ 0 w 4662886"/>
              <a:gd name="connsiteY0" fmla="*/ 0 h 1967403"/>
              <a:gd name="connsiteX1" fmla="*/ 4662886 w 4662886"/>
              <a:gd name="connsiteY1" fmla="*/ 0 h 1967403"/>
              <a:gd name="connsiteX2" fmla="*/ 4662886 w 4662886"/>
              <a:gd name="connsiteY2" fmla="*/ 1967403 h 1967403"/>
              <a:gd name="connsiteX3" fmla="*/ 0 w 4662886"/>
              <a:gd name="connsiteY3" fmla="*/ 1967403 h 1967403"/>
              <a:gd name="connsiteX4" fmla="*/ 0 w 4662886"/>
              <a:gd name="connsiteY4" fmla="*/ 0 h 19674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62886" h="1967403">
                <a:moveTo>
                  <a:pt x="0" y="0"/>
                </a:moveTo>
                <a:lnTo>
                  <a:pt x="4662886" y="0"/>
                </a:lnTo>
                <a:lnTo>
                  <a:pt x="4662886" y="1967403"/>
                </a:lnTo>
                <a:lnTo>
                  <a:pt x="0" y="196740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US" sz="1800" kern="1200" dirty="0"/>
              <a:t>~100 VA medical centers (VAMCs) independently conducting research</a:t>
            </a:r>
          </a:p>
          <a:p>
            <a:pPr marL="0" lvl="0" indent="0" algn="ctr" defTabSz="800100">
              <a:lnSpc>
                <a:spcPct val="90000"/>
              </a:lnSpc>
              <a:spcBef>
                <a:spcPct val="0"/>
              </a:spcBef>
              <a:spcAft>
                <a:spcPct val="35000"/>
              </a:spcAft>
              <a:buFont typeface="Arial" panose="020B0604020202020204" pitchFamily="34" charset="0"/>
              <a:buNone/>
            </a:pPr>
            <a:r>
              <a:rPr lang="en-US" sz="1800" kern="1200" dirty="0"/>
              <a:t>Office of Research &amp; Development’s primary roles are funding and policy</a:t>
            </a:r>
          </a:p>
        </p:txBody>
      </p:sp>
      <p:grpSp>
        <p:nvGrpSpPr>
          <p:cNvPr id="33" name="Group 32">
            <a:extLst>
              <a:ext uri="{FF2B5EF4-FFF2-40B4-BE49-F238E27FC236}">
                <a16:creationId xmlns:a16="http://schemas.microsoft.com/office/drawing/2014/main" id="{0317FB97-C60D-4820-6B04-BFA3902A8F84}"/>
              </a:ext>
            </a:extLst>
          </p:cNvPr>
          <p:cNvGrpSpPr/>
          <p:nvPr/>
        </p:nvGrpSpPr>
        <p:grpSpPr>
          <a:xfrm>
            <a:off x="1132616" y="1535628"/>
            <a:ext cx="3485655" cy="3163380"/>
            <a:chOff x="1600611" y="1249569"/>
            <a:chExt cx="3485655" cy="3163380"/>
          </a:xfrm>
        </p:grpSpPr>
        <p:sp>
          <p:nvSpPr>
            <p:cNvPr id="5" name="Freeform: Shape 4">
              <a:extLst>
                <a:ext uri="{FF2B5EF4-FFF2-40B4-BE49-F238E27FC236}">
                  <a16:creationId xmlns:a16="http://schemas.microsoft.com/office/drawing/2014/main" id="{1B91D4AB-B4BD-5984-09E1-5F372BCA814C}"/>
                </a:ext>
              </a:extLst>
            </p:cNvPr>
            <p:cNvSpPr/>
            <p:nvPr/>
          </p:nvSpPr>
          <p:spPr>
            <a:xfrm>
              <a:off x="1844068" y="2339896"/>
              <a:ext cx="3186555" cy="1050114"/>
            </a:xfrm>
            <a:custGeom>
              <a:avLst/>
              <a:gdLst>
                <a:gd name="connsiteX0" fmla="*/ 0 w 3186555"/>
                <a:gd name="connsiteY0" fmla="*/ 0 h 1050114"/>
                <a:gd name="connsiteX1" fmla="*/ 3186555 w 3186555"/>
                <a:gd name="connsiteY1" fmla="*/ 0 h 1050114"/>
                <a:gd name="connsiteX2" fmla="*/ 3186555 w 3186555"/>
                <a:gd name="connsiteY2" fmla="*/ 1050114 h 1050114"/>
                <a:gd name="connsiteX3" fmla="*/ 0 w 3186555"/>
                <a:gd name="connsiteY3" fmla="*/ 1050114 h 1050114"/>
                <a:gd name="connsiteX4" fmla="*/ 0 w 3186555"/>
                <a:gd name="connsiteY4" fmla="*/ 0 h 10501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86555" h="1050114">
                  <a:moveTo>
                    <a:pt x="0" y="0"/>
                  </a:moveTo>
                  <a:lnTo>
                    <a:pt x="3186555" y="0"/>
                  </a:lnTo>
                  <a:lnTo>
                    <a:pt x="3186555" y="1050114"/>
                  </a:lnTo>
                  <a:lnTo>
                    <a:pt x="0" y="105011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a:t>VAMCs conducting research</a:t>
              </a:r>
            </a:p>
          </p:txBody>
        </p:sp>
        <p:sp>
          <p:nvSpPr>
            <p:cNvPr id="8" name="Oval 7">
              <a:extLst>
                <a:ext uri="{FF2B5EF4-FFF2-40B4-BE49-F238E27FC236}">
                  <a16:creationId xmlns:a16="http://schemas.microsoft.com/office/drawing/2014/main" id="{4416A24E-ABDD-29CB-C01F-D7552DD86EAA}"/>
                </a:ext>
              </a:extLst>
            </p:cNvPr>
            <p:cNvSpPr/>
            <p:nvPr/>
          </p:nvSpPr>
          <p:spPr>
            <a:xfrm>
              <a:off x="1778044" y="2065762"/>
              <a:ext cx="253475" cy="253475"/>
            </a:xfrm>
            <a:prstGeom prst="ellips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9" name="Oval 8">
              <a:extLst>
                <a:ext uri="{FF2B5EF4-FFF2-40B4-BE49-F238E27FC236}">
                  <a16:creationId xmlns:a16="http://schemas.microsoft.com/office/drawing/2014/main" id="{A797A9F2-FEF1-12C5-F2A6-DC0A820399A4}"/>
                </a:ext>
              </a:extLst>
            </p:cNvPr>
            <p:cNvSpPr/>
            <p:nvPr/>
          </p:nvSpPr>
          <p:spPr>
            <a:xfrm>
              <a:off x="1955477" y="1710896"/>
              <a:ext cx="253475" cy="253475"/>
            </a:xfrm>
            <a:prstGeom prst="ellips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0" name="Oval 9">
              <a:extLst>
                <a:ext uri="{FF2B5EF4-FFF2-40B4-BE49-F238E27FC236}">
                  <a16:creationId xmlns:a16="http://schemas.microsoft.com/office/drawing/2014/main" id="{1C16E58C-A0F6-0597-227E-A79E0E34BD4F}"/>
                </a:ext>
              </a:extLst>
            </p:cNvPr>
            <p:cNvSpPr/>
            <p:nvPr/>
          </p:nvSpPr>
          <p:spPr>
            <a:xfrm>
              <a:off x="2381315" y="1781869"/>
              <a:ext cx="398319" cy="398319"/>
            </a:xfrm>
            <a:prstGeom prst="ellips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1" name="Oval 10">
              <a:extLst>
                <a:ext uri="{FF2B5EF4-FFF2-40B4-BE49-F238E27FC236}">
                  <a16:creationId xmlns:a16="http://schemas.microsoft.com/office/drawing/2014/main" id="{82D4EBB1-6995-891C-6E93-2D90CB45BD84}"/>
                </a:ext>
              </a:extLst>
            </p:cNvPr>
            <p:cNvSpPr/>
            <p:nvPr/>
          </p:nvSpPr>
          <p:spPr>
            <a:xfrm>
              <a:off x="2736183" y="1391516"/>
              <a:ext cx="253475" cy="253475"/>
            </a:xfrm>
            <a:prstGeom prst="ellips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2" name="Oval 11">
              <a:extLst>
                <a:ext uri="{FF2B5EF4-FFF2-40B4-BE49-F238E27FC236}">
                  <a16:creationId xmlns:a16="http://schemas.microsoft.com/office/drawing/2014/main" id="{45461EF0-3C3B-662F-B0A1-DA08CECF9B5E}"/>
                </a:ext>
              </a:extLst>
            </p:cNvPr>
            <p:cNvSpPr/>
            <p:nvPr/>
          </p:nvSpPr>
          <p:spPr>
            <a:xfrm>
              <a:off x="3197509" y="1249569"/>
              <a:ext cx="253475" cy="253475"/>
            </a:xfrm>
            <a:prstGeom prst="ellips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3" name="Oval 12">
              <a:extLst>
                <a:ext uri="{FF2B5EF4-FFF2-40B4-BE49-F238E27FC236}">
                  <a16:creationId xmlns:a16="http://schemas.microsoft.com/office/drawing/2014/main" id="{39E7B1FF-396C-A00E-974F-80DA66C41544}"/>
                </a:ext>
              </a:extLst>
            </p:cNvPr>
            <p:cNvSpPr/>
            <p:nvPr/>
          </p:nvSpPr>
          <p:spPr>
            <a:xfrm>
              <a:off x="3765296" y="1497976"/>
              <a:ext cx="253475" cy="253475"/>
            </a:xfrm>
            <a:prstGeom prst="ellips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4" name="Oval 13">
              <a:extLst>
                <a:ext uri="{FF2B5EF4-FFF2-40B4-BE49-F238E27FC236}">
                  <a16:creationId xmlns:a16="http://schemas.microsoft.com/office/drawing/2014/main" id="{DD9A1815-EB60-1817-CF07-BDBFF48FE3CA}"/>
                </a:ext>
              </a:extLst>
            </p:cNvPr>
            <p:cNvSpPr/>
            <p:nvPr/>
          </p:nvSpPr>
          <p:spPr>
            <a:xfrm>
              <a:off x="4120161" y="1675409"/>
              <a:ext cx="398319" cy="398319"/>
            </a:xfrm>
            <a:prstGeom prst="ellips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5" name="Oval 14">
              <a:extLst>
                <a:ext uri="{FF2B5EF4-FFF2-40B4-BE49-F238E27FC236}">
                  <a16:creationId xmlns:a16="http://schemas.microsoft.com/office/drawing/2014/main" id="{F17F7090-B78F-C38E-7299-C0F447186756}"/>
                </a:ext>
              </a:extLst>
            </p:cNvPr>
            <p:cNvSpPr/>
            <p:nvPr/>
          </p:nvSpPr>
          <p:spPr>
            <a:xfrm>
              <a:off x="4616975" y="2065762"/>
              <a:ext cx="253475" cy="253475"/>
            </a:xfrm>
            <a:prstGeom prst="ellips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6" name="Oval 15">
              <a:extLst>
                <a:ext uri="{FF2B5EF4-FFF2-40B4-BE49-F238E27FC236}">
                  <a16:creationId xmlns:a16="http://schemas.microsoft.com/office/drawing/2014/main" id="{AD4D3043-371B-3232-6CB1-3D993E9BB46D}"/>
                </a:ext>
              </a:extLst>
            </p:cNvPr>
            <p:cNvSpPr/>
            <p:nvPr/>
          </p:nvSpPr>
          <p:spPr>
            <a:xfrm>
              <a:off x="4829895" y="2456115"/>
              <a:ext cx="253475" cy="253475"/>
            </a:xfrm>
            <a:prstGeom prst="ellips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7" name="Oval 16">
              <a:extLst>
                <a:ext uri="{FF2B5EF4-FFF2-40B4-BE49-F238E27FC236}">
                  <a16:creationId xmlns:a16="http://schemas.microsoft.com/office/drawing/2014/main" id="{9D573C5B-7622-81C8-7180-E68161A0DF9B}"/>
                </a:ext>
              </a:extLst>
            </p:cNvPr>
            <p:cNvSpPr/>
            <p:nvPr/>
          </p:nvSpPr>
          <p:spPr>
            <a:xfrm>
              <a:off x="3046993" y="1665650"/>
              <a:ext cx="651795" cy="651795"/>
            </a:xfrm>
            <a:prstGeom prst="ellips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8" name="Oval 17">
              <a:extLst>
                <a:ext uri="{FF2B5EF4-FFF2-40B4-BE49-F238E27FC236}">
                  <a16:creationId xmlns:a16="http://schemas.microsoft.com/office/drawing/2014/main" id="{9BFB28F3-11A6-4AFD-934B-0B092FEE99EA}"/>
                </a:ext>
              </a:extLst>
            </p:cNvPr>
            <p:cNvSpPr/>
            <p:nvPr/>
          </p:nvSpPr>
          <p:spPr>
            <a:xfrm>
              <a:off x="1600611" y="3059388"/>
              <a:ext cx="253475" cy="253475"/>
            </a:xfrm>
            <a:prstGeom prst="ellips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9" name="Oval 18">
              <a:extLst>
                <a:ext uri="{FF2B5EF4-FFF2-40B4-BE49-F238E27FC236}">
                  <a16:creationId xmlns:a16="http://schemas.microsoft.com/office/drawing/2014/main" id="{DD80920C-589C-274D-79D0-002F8EE82097}"/>
                </a:ext>
              </a:extLst>
            </p:cNvPr>
            <p:cNvSpPr/>
            <p:nvPr/>
          </p:nvSpPr>
          <p:spPr>
            <a:xfrm>
              <a:off x="1875934" y="3333522"/>
              <a:ext cx="398319" cy="398319"/>
            </a:xfrm>
            <a:prstGeom prst="ellips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0" name="Oval 19">
              <a:extLst>
                <a:ext uri="{FF2B5EF4-FFF2-40B4-BE49-F238E27FC236}">
                  <a16:creationId xmlns:a16="http://schemas.microsoft.com/office/drawing/2014/main" id="{F5101574-9537-369B-45D4-31A755B0436A}"/>
                </a:ext>
              </a:extLst>
            </p:cNvPr>
            <p:cNvSpPr/>
            <p:nvPr/>
          </p:nvSpPr>
          <p:spPr>
            <a:xfrm>
              <a:off x="2345829" y="3662659"/>
              <a:ext cx="579373" cy="579373"/>
            </a:xfrm>
            <a:prstGeom prst="ellips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2" name="Oval 21">
              <a:extLst>
                <a:ext uri="{FF2B5EF4-FFF2-40B4-BE49-F238E27FC236}">
                  <a16:creationId xmlns:a16="http://schemas.microsoft.com/office/drawing/2014/main" id="{5B07756A-9DDA-37BA-26BD-D56A3724898A}"/>
                </a:ext>
              </a:extLst>
            </p:cNvPr>
            <p:cNvSpPr/>
            <p:nvPr/>
          </p:nvSpPr>
          <p:spPr>
            <a:xfrm>
              <a:off x="3091050" y="4123987"/>
              <a:ext cx="253475" cy="253475"/>
            </a:xfrm>
            <a:prstGeom prst="ellips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4" name="Oval 23">
              <a:extLst>
                <a:ext uri="{FF2B5EF4-FFF2-40B4-BE49-F238E27FC236}">
                  <a16:creationId xmlns:a16="http://schemas.microsoft.com/office/drawing/2014/main" id="{A8DB0EFA-9082-8000-7E01-7B0D17A7DDB7}"/>
                </a:ext>
              </a:extLst>
            </p:cNvPr>
            <p:cNvSpPr/>
            <p:nvPr/>
          </p:nvSpPr>
          <p:spPr>
            <a:xfrm>
              <a:off x="3232995" y="3662660"/>
              <a:ext cx="398319" cy="398319"/>
            </a:xfrm>
            <a:prstGeom prst="ellips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5" name="Oval 24">
              <a:extLst>
                <a:ext uri="{FF2B5EF4-FFF2-40B4-BE49-F238E27FC236}">
                  <a16:creationId xmlns:a16="http://schemas.microsoft.com/office/drawing/2014/main" id="{2945DBCA-0382-F774-E15F-8A85880F0343}"/>
                </a:ext>
              </a:extLst>
            </p:cNvPr>
            <p:cNvSpPr/>
            <p:nvPr/>
          </p:nvSpPr>
          <p:spPr>
            <a:xfrm>
              <a:off x="3587862" y="4159474"/>
              <a:ext cx="253475" cy="253475"/>
            </a:xfrm>
            <a:prstGeom prst="ellips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6" name="Oval 25">
              <a:extLst>
                <a:ext uri="{FF2B5EF4-FFF2-40B4-BE49-F238E27FC236}">
                  <a16:creationId xmlns:a16="http://schemas.microsoft.com/office/drawing/2014/main" id="{89DDF793-1BCD-9A8E-714F-54838D45014D}"/>
                </a:ext>
              </a:extLst>
            </p:cNvPr>
            <p:cNvSpPr/>
            <p:nvPr/>
          </p:nvSpPr>
          <p:spPr>
            <a:xfrm>
              <a:off x="3907241" y="3591685"/>
              <a:ext cx="579373" cy="579373"/>
            </a:xfrm>
            <a:prstGeom prst="ellips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7" name="Oval 26">
              <a:extLst>
                <a:ext uri="{FF2B5EF4-FFF2-40B4-BE49-F238E27FC236}">
                  <a16:creationId xmlns:a16="http://schemas.microsoft.com/office/drawing/2014/main" id="{C1FED05B-44EF-A654-0E5C-7808039A32FF}"/>
                </a:ext>
              </a:extLst>
            </p:cNvPr>
            <p:cNvSpPr/>
            <p:nvPr/>
          </p:nvSpPr>
          <p:spPr>
            <a:xfrm>
              <a:off x="4687947" y="3449741"/>
              <a:ext cx="398319" cy="398319"/>
            </a:xfrm>
            <a:prstGeom prst="ellips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grpSp>
      <p:grpSp>
        <p:nvGrpSpPr>
          <p:cNvPr id="32" name="Group 31">
            <a:extLst>
              <a:ext uri="{FF2B5EF4-FFF2-40B4-BE49-F238E27FC236}">
                <a16:creationId xmlns:a16="http://schemas.microsoft.com/office/drawing/2014/main" id="{773CBE6F-6F3B-E4C4-9C21-49AD6D607D17}"/>
              </a:ext>
            </a:extLst>
          </p:cNvPr>
          <p:cNvGrpSpPr/>
          <p:nvPr/>
        </p:nvGrpSpPr>
        <p:grpSpPr>
          <a:xfrm>
            <a:off x="5383791" y="2008064"/>
            <a:ext cx="2126922" cy="2233289"/>
            <a:chOff x="5768789" y="1736033"/>
            <a:chExt cx="2126922" cy="2233289"/>
          </a:xfrm>
        </p:grpSpPr>
        <p:sp>
          <p:nvSpPr>
            <p:cNvPr id="28" name="Arrow: Chevron 27">
              <a:extLst>
                <a:ext uri="{FF2B5EF4-FFF2-40B4-BE49-F238E27FC236}">
                  <a16:creationId xmlns:a16="http://schemas.microsoft.com/office/drawing/2014/main" id="{43D93CFC-E5F3-9E5E-EB5A-CCF85DC5CBB8}"/>
                </a:ext>
              </a:extLst>
            </p:cNvPr>
            <p:cNvSpPr/>
            <p:nvPr/>
          </p:nvSpPr>
          <p:spPr>
            <a:xfrm>
              <a:off x="5768789" y="1736033"/>
              <a:ext cx="1169807" cy="2233289"/>
            </a:xfrm>
            <a:prstGeom prst="chevron">
              <a:avLst>
                <a:gd name="adj" fmla="val 6231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29" name="Arrow: Chevron 28">
              <a:extLst>
                <a:ext uri="{FF2B5EF4-FFF2-40B4-BE49-F238E27FC236}">
                  <a16:creationId xmlns:a16="http://schemas.microsoft.com/office/drawing/2014/main" id="{9FFDA02D-ABAA-6817-C588-978C5194AFCC}"/>
                </a:ext>
              </a:extLst>
            </p:cNvPr>
            <p:cNvSpPr/>
            <p:nvPr/>
          </p:nvSpPr>
          <p:spPr>
            <a:xfrm>
              <a:off x="6725904" y="1736033"/>
              <a:ext cx="1169807" cy="2233289"/>
            </a:xfrm>
            <a:prstGeom prst="chevron">
              <a:avLst>
                <a:gd name="adj" fmla="val 6231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grpSp>
      <p:sp>
        <p:nvSpPr>
          <p:cNvPr id="30" name="Freeform: Shape 29">
            <a:extLst>
              <a:ext uri="{FF2B5EF4-FFF2-40B4-BE49-F238E27FC236}">
                <a16:creationId xmlns:a16="http://schemas.microsoft.com/office/drawing/2014/main" id="{8C65FEFE-44F1-3C02-7EC6-433B9C041E72}"/>
              </a:ext>
            </a:extLst>
          </p:cNvPr>
          <p:cNvSpPr/>
          <p:nvPr/>
        </p:nvSpPr>
        <p:spPr>
          <a:xfrm>
            <a:off x="8302945" y="1849630"/>
            <a:ext cx="2711826" cy="2711826"/>
          </a:xfrm>
          <a:custGeom>
            <a:avLst/>
            <a:gdLst>
              <a:gd name="connsiteX0" fmla="*/ 0 w 2711826"/>
              <a:gd name="connsiteY0" fmla="*/ 1355913 h 2711826"/>
              <a:gd name="connsiteX1" fmla="*/ 1355913 w 2711826"/>
              <a:gd name="connsiteY1" fmla="*/ 0 h 2711826"/>
              <a:gd name="connsiteX2" fmla="*/ 2711826 w 2711826"/>
              <a:gd name="connsiteY2" fmla="*/ 1355913 h 2711826"/>
              <a:gd name="connsiteX3" fmla="*/ 1355913 w 2711826"/>
              <a:gd name="connsiteY3" fmla="*/ 2711826 h 2711826"/>
              <a:gd name="connsiteX4" fmla="*/ 0 w 2711826"/>
              <a:gd name="connsiteY4" fmla="*/ 1355913 h 2711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11826" h="2711826">
                <a:moveTo>
                  <a:pt x="0" y="1355913"/>
                </a:moveTo>
                <a:cubicBezTo>
                  <a:pt x="0" y="607063"/>
                  <a:pt x="607063" y="0"/>
                  <a:pt x="1355913" y="0"/>
                </a:cubicBezTo>
                <a:cubicBezTo>
                  <a:pt x="2104763" y="0"/>
                  <a:pt x="2711826" y="607063"/>
                  <a:pt x="2711826" y="1355913"/>
                </a:cubicBezTo>
                <a:cubicBezTo>
                  <a:pt x="2711826" y="2104763"/>
                  <a:pt x="2104763" y="2711826"/>
                  <a:pt x="1355913" y="2711826"/>
                </a:cubicBezTo>
                <a:cubicBezTo>
                  <a:pt x="607063" y="2711826"/>
                  <a:pt x="0" y="2104763"/>
                  <a:pt x="0" y="1355913"/>
                </a:cubicBez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97138" tIns="397138" rIns="397138" bIns="397138" numCol="1" spcCol="1270" anchor="ctr" anchorCtr="0">
            <a:noAutofit/>
          </a:bodyPr>
          <a:lstStyle/>
          <a:p>
            <a:pPr marL="0" lvl="0" indent="0" algn="ctr" defTabSz="1822450">
              <a:lnSpc>
                <a:spcPct val="90000"/>
              </a:lnSpc>
              <a:spcBef>
                <a:spcPct val="0"/>
              </a:spcBef>
              <a:spcAft>
                <a:spcPct val="35000"/>
              </a:spcAft>
              <a:buNone/>
            </a:pPr>
            <a:r>
              <a:rPr lang="en-US" sz="4100" kern="1200"/>
              <a:t>VA Research</a:t>
            </a:r>
          </a:p>
        </p:txBody>
      </p:sp>
      <p:sp>
        <p:nvSpPr>
          <p:cNvPr id="31" name="Freeform: Shape 30">
            <a:extLst>
              <a:ext uri="{FF2B5EF4-FFF2-40B4-BE49-F238E27FC236}">
                <a16:creationId xmlns:a16="http://schemas.microsoft.com/office/drawing/2014/main" id="{E6D909C1-A879-9E2D-2083-B05A030CED2A}"/>
              </a:ext>
            </a:extLst>
          </p:cNvPr>
          <p:cNvSpPr/>
          <p:nvPr/>
        </p:nvSpPr>
        <p:spPr>
          <a:xfrm>
            <a:off x="8063667" y="4554227"/>
            <a:ext cx="3190383" cy="1967403"/>
          </a:xfrm>
          <a:custGeom>
            <a:avLst/>
            <a:gdLst>
              <a:gd name="connsiteX0" fmla="*/ 0 w 3190383"/>
              <a:gd name="connsiteY0" fmla="*/ 0 h 1967403"/>
              <a:gd name="connsiteX1" fmla="*/ 3190383 w 3190383"/>
              <a:gd name="connsiteY1" fmla="*/ 0 h 1967403"/>
              <a:gd name="connsiteX2" fmla="*/ 3190383 w 3190383"/>
              <a:gd name="connsiteY2" fmla="*/ 1967403 h 1967403"/>
              <a:gd name="connsiteX3" fmla="*/ 0 w 3190383"/>
              <a:gd name="connsiteY3" fmla="*/ 1967403 h 1967403"/>
              <a:gd name="connsiteX4" fmla="*/ 0 w 3190383"/>
              <a:gd name="connsiteY4" fmla="*/ 0 h 19674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0383" h="1967403">
                <a:moveTo>
                  <a:pt x="0" y="0"/>
                </a:moveTo>
                <a:lnTo>
                  <a:pt x="3190383" y="0"/>
                </a:lnTo>
                <a:lnTo>
                  <a:pt x="3190383" y="1967403"/>
                </a:lnTo>
                <a:lnTo>
                  <a:pt x="0" y="196740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a:t>Integrated whole in which we work as an enterprise</a:t>
            </a:r>
          </a:p>
        </p:txBody>
      </p:sp>
    </p:spTree>
    <p:extLst>
      <p:ext uri="{BB962C8B-B14F-4D97-AF65-F5344CB8AC3E}">
        <p14:creationId xmlns:p14="http://schemas.microsoft.com/office/powerpoint/2010/main" val="25388615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84361D5A-BB4E-4D15-8AC9-42AD94A4FF0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3" name="Object 2" hidden="1">
                        <a:extLst>
                          <a:ext uri="{FF2B5EF4-FFF2-40B4-BE49-F238E27FC236}">
                            <a16:creationId xmlns:a16="http://schemas.microsoft.com/office/drawing/2014/main" id="{84361D5A-BB4E-4D15-8AC9-42AD94A4FF0A}"/>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8" name="Rectangle 27" hidden="1">
            <a:extLst>
              <a:ext uri="{FF2B5EF4-FFF2-40B4-BE49-F238E27FC236}">
                <a16:creationId xmlns:a16="http://schemas.microsoft.com/office/drawing/2014/main" id="{EEC22D32-32F7-40E3-B0A1-0561C4220B4C}"/>
              </a:ext>
            </a:extLst>
          </p:cNvPr>
          <p:cNvSpPr/>
          <p:nvPr>
            <p:custDataLst>
              <p:tags r:id="rId2"/>
            </p:custDataLst>
          </p:nvPr>
        </p:nvSpPr>
        <p:spPr>
          <a:xfrm>
            <a:off x="0" y="0"/>
            <a:ext cx="158750" cy="158750"/>
          </a:xfrm>
          <a:prstGeom prst="rect">
            <a:avLst/>
          </a:prstGeom>
          <a:solidFill>
            <a:srgbClr val="00529B"/>
          </a:solidFill>
          <a:ln w="9525" cap="rnd" cmpd="sng" algn="ctr">
            <a:solidFill>
              <a:srgbClr val="00529B"/>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rebuchet MS" panose="020B0603020202020204" pitchFamily="34" charset="0"/>
              <a:ea typeface="+mn-ea"/>
              <a:cs typeface="+mn-cs"/>
              <a:sym typeface="Trebuchet MS" panose="020B0603020202020204" pitchFamily="34" charset="0"/>
            </a:endParaRPr>
          </a:p>
        </p:txBody>
      </p:sp>
      <p:sp>
        <p:nvSpPr>
          <p:cNvPr id="17" name="TextBox 16">
            <a:extLst>
              <a:ext uri="{FF2B5EF4-FFF2-40B4-BE49-F238E27FC236}">
                <a16:creationId xmlns:a16="http://schemas.microsoft.com/office/drawing/2014/main" id="{8F037B30-D897-4379-8D7D-ADEA723C6CEC}"/>
              </a:ext>
            </a:extLst>
          </p:cNvPr>
          <p:cNvSpPr txBox="1"/>
          <p:nvPr/>
        </p:nvSpPr>
        <p:spPr>
          <a:xfrm>
            <a:off x="1254361" y="1665651"/>
            <a:ext cx="10547598" cy="6463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defRPr/>
            </a:pPr>
            <a:r>
              <a:rPr lang="en-US" b="1">
                <a:solidFill>
                  <a:srgbClr val="1D3D78"/>
                </a:solidFill>
              </a:rPr>
              <a:t>Unique Value Proposition: </a:t>
            </a:r>
            <a:r>
              <a:rPr lang="en-US">
                <a:solidFill>
                  <a:srgbClr val="1D3D78"/>
                </a:solidFill>
              </a:rPr>
              <a:t>L</a:t>
            </a:r>
            <a:r>
              <a:rPr lang="en-US">
                <a:solidFill>
                  <a:schemeClr val="dk1"/>
                </a:solidFill>
              </a:rPr>
              <a:t>everage our position as the only Federal research entity devoted to Veterans’ interests and being embedded in the nation’s largest integrated healthcare system</a:t>
            </a:r>
            <a:endParaRPr kumimoji="0" lang="en-US" b="1" i="0" u="none" strike="noStrike" kern="1200" cap="none" spc="0" normalizeH="0" baseline="0" noProof="0">
              <a:ln>
                <a:noFill/>
              </a:ln>
              <a:solidFill>
                <a:srgbClr val="1D3D78"/>
              </a:solidFill>
              <a:effectLst/>
              <a:uLnTx/>
              <a:uFillTx/>
            </a:endParaRPr>
          </a:p>
        </p:txBody>
      </p:sp>
      <p:sp>
        <p:nvSpPr>
          <p:cNvPr id="29" name="TextBox 28">
            <a:extLst>
              <a:ext uri="{FF2B5EF4-FFF2-40B4-BE49-F238E27FC236}">
                <a16:creationId xmlns:a16="http://schemas.microsoft.com/office/drawing/2014/main" id="{C5952CD9-5653-4571-83D8-0AEB6C1C6FEE}"/>
              </a:ext>
            </a:extLst>
          </p:cNvPr>
          <p:cNvSpPr txBox="1"/>
          <p:nvPr/>
        </p:nvSpPr>
        <p:spPr>
          <a:xfrm>
            <a:off x="1254361" y="2576099"/>
            <a:ext cx="10547598" cy="6463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defRPr/>
            </a:pPr>
            <a:r>
              <a:rPr lang="en-US" b="1">
                <a:solidFill>
                  <a:srgbClr val="1D3D78"/>
                </a:solidFill>
              </a:rPr>
              <a:t>Operational Excellence: </a:t>
            </a:r>
            <a:r>
              <a:rPr lang="en-US">
                <a:solidFill>
                  <a:schemeClr val="dk1"/>
                </a:solidFill>
              </a:rPr>
              <a:t>O</a:t>
            </a:r>
            <a:r>
              <a:rPr lang="en-US" sz="1800">
                <a:solidFill>
                  <a:schemeClr val="dk1"/>
                </a:solidFill>
              </a:rPr>
              <a:t>perates with streamlined processes, effective collaboration, high-quality customer service, and appropriate resources </a:t>
            </a:r>
            <a:endParaRPr lang="en-US" sz="1800">
              <a:solidFill>
                <a:schemeClr val="tx1"/>
              </a:solidFill>
            </a:endParaRPr>
          </a:p>
        </p:txBody>
      </p:sp>
      <p:sp>
        <p:nvSpPr>
          <p:cNvPr id="44" name="TextBox 43">
            <a:extLst>
              <a:ext uri="{FF2B5EF4-FFF2-40B4-BE49-F238E27FC236}">
                <a16:creationId xmlns:a16="http://schemas.microsoft.com/office/drawing/2014/main" id="{4076F253-2312-4F2A-9263-D7D5E90E5AF6}"/>
              </a:ext>
            </a:extLst>
          </p:cNvPr>
          <p:cNvSpPr txBox="1"/>
          <p:nvPr/>
        </p:nvSpPr>
        <p:spPr>
          <a:xfrm>
            <a:off x="1247619" y="4535495"/>
            <a:ext cx="10547598" cy="369332"/>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defRPr/>
            </a:pPr>
            <a:r>
              <a:rPr kumimoji="0" lang="en-US" sz="1800" b="1" i="0" u="none" strike="noStrike" kern="1200" cap="none" spc="0" normalizeH="0" baseline="0" noProof="0">
                <a:ln>
                  <a:noFill/>
                </a:ln>
                <a:solidFill>
                  <a:srgbClr val="1D3D78"/>
                </a:solidFill>
                <a:effectLst/>
                <a:uLnTx/>
                <a:uFillTx/>
              </a:rPr>
              <a:t>Integration: </a:t>
            </a:r>
            <a:r>
              <a:rPr kumimoji="0" lang="en-US" i="0" u="none" strike="noStrike" cap="none" spc="0" normalizeH="0" baseline="0" noProof="0">
                <a:ln>
                  <a:noFill/>
                </a:ln>
                <a:solidFill>
                  <a:schemeClr val="dk1"/>
                </a:solidFill>
                <a:uLnTx/>
                <a:uFillTx/>
              </a:rPr>
              <a:t>Cultivate</a:t>
            </a:r>
            <a:r>
              <a:rPr lang="en-US" sz="1800" kern="1200">
                <a:solidFill>
                  <a:schemeClr val="dk1"/>
                </a:solidFill>
                <a:effectLst/>
              </a:rPr>
              <a:t> relationships and partnerships that accelerate our ability to achieve our mission</a:t>
            </a:r>
            <a:endParaRPr kumimoji="0" lang="en-US" sz="1800" b="1" i="0" u="none" strike="noStrike" kern="1200" cap="none" spc="0" normalizeH="0" baseline="0" noProof="0">
              <a:ln>
                <a:noFill/>
              </a:ln>
              <a:solidFill>
                <a:srgbClr val="1D3D78"/>
              </a:solidFill>
              <a:effectLst/>
              <a:uLnTx/>
              <a:uFillTx/>
            </a:endParaRPr>
          </a:p>
        </p:txBody>
      </p:sp>
      <p:sp>
        <p:nvSpPr>
          <p:cNvPr id="23" name="TextBox 22">
            <a:extLst>
              <a:ext uri="{FF2B5EF4-FFF2-40B4-BE49-F238E27FC236}">
                <a16:creationId xmlns:a16="http://schemas.microsoft.com/office/drawing/2014/main" id="{8BCB2F21-CDC7-4CD5-A0FB-CB02B697C2A5}"/>
              </a:ext>
            </a:extLst>
          </p:cNvPr>
          <p:cNvSpPr txBox="1"/>
          <p:nvPr/>
        </p:nvSpPr>
        <p:spPr>
          <a:xfrm>
            <a:off x="1247619" y="5307444"/>
            <a:ext cx="10547598" cy="6463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defRPr/>
            </a:pPr>
            <a:r>
              <a:rPr kumimoji="0" lang="en-US" sz="1800" b="1" i="0" u="none" strike="noStrike" kern="1200" cap="none" spc="0" normalizeH="0" baseline="0" noProof="0">
                <a:ln>
                  <a:noFill/>
                </a:ln>
                <a:solidFill>
                  <a:srgbClr val="1D3D78"/>
                </a:solidFill>
                <a:effectLst/>
                <a:uLnTx/>
                <a:uFillTx/>
              </a:rPr>
              <a:t>Real-world Outcomes: </a:t>
            </a:r>
            <a:r>
              <a:rPr kumimoji="0" lang="en-US" i="0" u="none" strike="noStrike" kern="1200" cap="none" spc="0" normalizeH="0" baseline="0" noProof="0">
                <a:ln>
                  <a:noFill/>
                </a:ln>
                <a:solidFill>
                  <a:schemeClr val="dk1"/>
                </a:solidFill>
                <a:effectLst/>
                <a:uLnTx/>
                <a:uFillTx/>
              </a:rPr>
              <a:t>Define</a:t>
            </a:r>
            <a:r>
              <a:rPr lang="en-US" sz="1800">
                <a:solidFill>
                  <a:schemeClr val="dk1"/>
                </a:solidFill>
              </a:rPr>
              <a:t> our success in terms of tangible real-world improvements in Veterans’ health and well-being</a:t>
            </a:r>
            <a:endParaRPr kumimoji="0" lang="en-US" sz="1800" b="1" i="0" u="none" strike="noStrike" kern="1200" cap="none" spc="0" normalizeH="0" baseline="0" noProof="0">
              <a:ln>
                <a:noFill/>
              </a:ln>
              <a:solidFill>
                <a:srgbClr val="1D3D78"/>
              </a:solidFill>
              <a:effectLst/>
              <a:uLnTx/>
              <a:uFillTx/>
            </a:endParaRPr>
          </a:p>
        </p:txBody>
      </p:sp>
      <p:sp>
        <p:nvSpPr>
          <p:cNvPr id="24" name="TextBox 23">
            <a:extLst>
              <a:ext uri="{FF2B5EF4-FFF2-40B4-BE49-F238E27FC236}">
                <a16:creationId xmlns:a16="http://schemas.microsoft.com/office/drawing/2014/main" id="{ED870D9D-61E1-473C-88AE-B1C0505130B0}"/>
              </a:ext>
            </a:extLst>
          </p:cNvPr>
          <p:cNvSpPr txBox="1"/>
          <p:nvPr/>
        </p:nvSpPr>
        <p:spPr>
          <a:xfrm>
            <a:off x="1254361" y="3486547"/>
            <a:ext cx="10547598" cy="6463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defRPr/>
            </a:pPr>
            <a:r>
              <a:rPr lang="en-US" b="1">
                <a:solidFill>
                  <a:srgbClr val="1D3D78"/>
                </a:solidFill>
              </a:rPr>
              <a:t>Engaged People: </a:t>
            </a:r>
            <a:r>
              <a:rPr lang="en-US" sz="1800">
                <a:solidFill>
                  <a:schemeClr val="dk1"/>
                </a:solidFill>
              </a:rPr>
              <a:t>Composed of a vibrant, diverse research community united in our mission to improve Veterans’ well-being through research</a:t>
            </a:r>
            <a:endParaRPr lang="en-US" sz="1800" b="1">
              <a:solidFill>
                <a:schemeClr val="tx1"/>
              </a:solidFill>
            </a:endParaRPr>
          </a:p>
        </p:txBody>
      </p:sp>
      <p:sp>
        <p:nvSpPr>
          <p:cNvPr id="34" name="TextBox 33">
            <a:extLst>
              <a:ext uri="{FF2B5EF4-FFF2-40B4-BE49-F238E27FC236}">
                <a16:creationId xmlns:a16="http://schemas.microsoft.com/office/drawing/2014/main" id="{ACF4B99A-918D-4013-820E-EBBBAB42760D}"/>
              </a:ext>
            </a:extLst>
          </p:cNvPr>
          <p:cNvSpPr txBox="1"/>
          <p:nvPr/>
        </p:nvSpPr>
        <p:spPr>
          <a:xfrm>
            <a:off x="280312" y="884215"/>
            <a:ext cx="11405177" cy="6463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defRPr/>
            </a:pPr>
            <a:r>
              <a:rPr kumimoji="0" lang="en-US" sz="1800" b="1"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The VA Research Enterprise </a:t>
            </a:r>
            <a:r>
              <a:rPr kumimoji="0" lang="en-US" sz="180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rPr>
              <a:t>is the entire research workforce cooperating to advance Veteran wellbeing</a:t>
            </a:r>
            <a:r>
              <a:rPr lang="en-US">
                <a:solidFill>
                  <a:schemeClr val="tx1"/>
                </a:solidFill>
                <a:latin typeface="Calibri" panose="020F0502020204030204" pitchFamily="34" charset="0"/>
                <a:cs typeface="Calibri" panose="020F0502020204030204" pitchFamily="34" charset="0"/>
              </a:rPr>
              <a:t>. The VA Research Enterprise aspires to embody the following qualities:</a:t>
            </a:r>
            <a:endParaRPr kumimoji="0" lang="en-US" sz="180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grpSp>
        <p:nvGrpSpPr>
          <p:cNvPr id="12" name="Group 11">
            <a:extLst>
              <a:ext uri="{FF2B5EF4-FFF2-40B4-BE49-F238E27FC236}">
                <a16:creationId xmlns:a16="http://schemas.microsoft.com/office/drawing/2014/main" id="{B44BC067-CB04-4CE1-2477-10339664D117}"/>
              </a:ext>
            </a:extLst>
          </p:cNvPr>
          <p:cNvGrpSpPr/>
          <p:nvPr/>
        </p:nvGrpSpPr>
        <p:grpSpPr>
          <a:xfrm>
            <a:off x="280312" y="1645642"/>
            <a:ext cx="717198" cy="686351"/>
            <a:chOff x="280312" y="1658218"/>
            <a:chExt cx="717198" cy="686351"/>
          </a:xfrm>
        </p:grpSpPr>
        <p:sp>
          <p:nvSpPr>
            <p:cNvPr id="48" name="Oval 47">
              <a:extLst>
                <a:ext uri="{FF2B5EF4-FFF2-40B4-BE49-F238E27FC236}">
                  <a16:creationId xmlns:a16="http://schemas.microsoft.com/office/drawing/2014/main" id="{D5E6FB55-9E2E-0A96-54C3-505483EB9FB1}"/>
                </a:ext>
              </a:extLst>
            </p:cNvPr>
            <p:cNvSpPr>
              <a:spLocks/>
            </p:cNvSpPr>
            <p:nvPr/>
          </p:nvSpPr>
          <p:spPr>
            <a:xfrm>
              <a:off x="280312" y="1658218"/>
              <a:ext cx="717198" cy="686351"/>
            </a:xfrm>
            <a:prstGeom prst="ellipse">
              <a:avLst/>
            </a:prstGeom>
            <a:noFill/>
            <a:ln w="26670" cap="rnd" cmpd="sng" algn="ctr">
              <a:solidFill>
                <a:srgbClr val="1D3D78"/>
              </a:solidFill>
              <a:prstDash val="solid"/>
              <a:round/>
              <a:headEnd type="none" w="med" len="med"/>
              <a:tailEnd type="none" w="med" len="med"/>
            </a:ln>
            <a:effectLst/>
          </p:spPr>
          <p:txBody>
            <a:bodyPr rot="0" spcFirstLastPara="0" vertOverflow="overflow" horzOverflow="overflow" vert="horz" wrap="square" lIns="64008" tIns="32004" rIns="64008" bIns="32004"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Calibri Light"/>
                <a:ea typeface="+mn-ea"/>
                <a:cs typeface="+mn-cs"/>
              </a:endParaRPr>
            </a:p>
          </p:txBody>
        </p:sp>
        <p:sp>
          <p:nvSpPr>
            <p:cNvPr id="49" name="Freeform 1291">
              <a:extLst>
                <a:ext uri="{FF2B5EF4-FFF2-40B4-BE49-F238E27FC236}">
                  <a16:creationId xmlns:a16="http://schemas.microsoft.com/office/drawing/2014/main" id="{C60CDF79-4172-CF87-23F7-99DC685F83C9}"/>
                </a:ext>
              </a:extLst>
            </p:cNvPr>
            <p:cNvSpPr>
              <a:spLocks noChangeAspect="1" noEditPoints="1"/>
            </p:cNvSpPr>
            <p:nvPr/>
          </p:nvSpPr>
          <p:spPr bwMode="auto">
            <a:xfrm>
              <a:off x="423242" y="1828052"/>
              <a:ext cx="431339" cy="346683"/>
            </a:xfrm>
            <a:custGeom>
              <a:avLst/>
              <a:gdLst>
                <a:gd name="T0" fmla="*/ 667 w 673"/>
                <a:gd name="T1" fmla="*/ 176 h 544"/>
                <a:gd name="T2" fmla="*/ 666 w 673"/>
                <a:gd name="T3" fmla="*/ 203 h 544"/>
                <a:gd name="T4" fmla="*/ 352 w 673"/>
                <a:gd name="T5" fmla="*/ 537 h 544"/>
                <a:gd name="T6" fmla="*/ 337 w 673"/>
                <a:gd name="T7" fmla="*/ 544 h 544"/>
                <a:gd name="T8" fmla="*/ 321 w 673"/>
                <a:gd name="T9" fmla="*/ 537 h 544"/>
                <a:gd name="T10" fmla="*/ 8 w 673"/>
                <a:gd name="T11" fmla="*/ 203 h 544"/>
                <a:gd name="T12" fmla="*/ 6 w 673"/>
                <a:gd name="T13" fmla="*/ 176 h 544"/>
                <a:gd name="T14" fmla="*/ 132 w 673"/>
                <a:gd name="T15" fmla="*/ 8 h 544"/>
                <a:gd name="T16" fmla="*/ 149 w 673"/>
                <a:gd name="T17" fmla="*/ 0 h 544"/>
                <a:gd name="T18" fmla="*/ 525 w 673"/>
                <a:gd name="T19" fmla="*/ 0 h 544"/>
                <a:gd name="T20" fmla="*/ 542 w 673"/>
                <a:gd name="T21" fmla="*/ 8 h 544"/>
                <a:gd name="T22" fmla="*/ 667 w 673"/>
                <a:gd name="T23" fmla="*/ 176 h 544"/>
                <a:gd name="T24" fmla="*/ 245 w 673"/>
                <a:gd name="T25" fmla="*/ 42 h 544"/>
                <a:gd name="T26" fmla="*/ 159 w 673"/>
                <a:gd name="T27" fmla="*/ 42 h 544"/>
                <a:gd name="T28" fmla="*/ 65 w 673"/>
                <a:gd name="T29" fmla="*/ 167 h 544"/>
                <a:gd name="T30" fmla="*/ 178 w 673"/>
                <a:gd name="T31" fmla="*/ 167 h 544"/>
                <a:gd name="T32" fmla="*/ 245 w 673"/>
                <a:gd name="T33" fmla="*/ 42 h 544"/>
                <a:gd name="T34" fmla="*/ 275 w 673"/>
                <a:gd name="T35" fmla="*/ 426 h 544"/>
                <a:gd name="T36" fmla="*/ 177 w 673"/>
                <a:gd name="T37" fmla="*/ 209 h 544"/>
                <a:gd name="T38" fmla="*/ 71 w 673"/>
                <a:gd name="T39" fmla="*/ 209 h 544"/>
                <a:gd name="T40" fmla="*/ 275 w 673"/>
                <a:gd name="T41" fmla="*/ 426 h 544"/>
                <a:gd name="T42" fmla="*/ 451 w 673"/>
                <a:gd name="T43" fmla="*/ 209 h 544"/>
                <a:gd name="T44" fmla="*/ 223 w 673"/>
                <a:gd name="T45" fmla="*/ 209 h 544"/>
                <a:gd name="T46" fmla="*/ 337 w 673"/>
                <a:gd name="T47" fmla="*/ 461 h 544"/>
                <a:gd name="T48" fmla="*/ 451 w 673"/>
                <a:gd name="T49" fmla="*/ 209 h 544"/>
                <a:gd name="T50" fmla="*/ 448 w 673"/>
                <a:gd name="T51" fmla="*/ 167 h 544"/>
                <a:gd name="T52" fmla="*/ 381 w 673"/>
                <a:gd name="T53" fmla="*/ 42 h 544"/>
                <a:gd name="T54" fmla="*/ 292 w 673"/>
                <a:gd name="T55" fmla="*/ 42 h 544"/>
                <a:gd name="T56" fmla="*/ 225 w 673"/>
                <a:gd name="T57" fmla="*/ 167 h 544"/>
                <a:gd name="T58" fmla="*/ 448 w 673"/>
                <a:gd name="T59" fmla="*/ 167 h 544"/>
                <a:gd name="T60" fmla="*/ 602 w 673"/>
                <a:gd name="T61" fmla="*/ 209 h 544"/>
                <a:gd name="T62" fmla="*/ 497 w 673"/>
                <a:gd name="T63" fmla="*/ 209 h 544"/>
                <a:gd name="T64" fmla="*/ 399 w 673"/>
                <a:gd name="T65" fmla="*/ 426 h 544"/>
                <a:gd name="T66" fmla="*/ 602 w 673"/>
                <a:gd name="T67" fmla="*/ 209 h 544"/>
                <a:gd name="T68" fmla="*/ 609 w 673"/>
                <a:gd name="T69" fmla="*/ 167 h 544"/>
                <a:gd name="T70" fmla="*/ 514 w 673"/>
                <a:gd name="T71" fmla="*/ 42 h 544"/>
                <a:gd name="T72" fmla="*/ 429 w 673"/>
                <a:gd name="T73" fmla="*/ 42 h 544"/>
                <a:gd name="T74" fmla="*/ 496 w 673"/>
                <a:gd name="T75" fmla="*/ 167 h 544"/>
                <a:gd name="T76" fmla="*/ 609 w 673"/>
                <a:gd name="T77" fmla="*/ 167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73" h="544">
                  <a:moveTo>
                    <a:pt x="667" y="176"/>
                  </a:moveTo>
                  <a:cubicBezTo>
                    <a:pt x="673" y="184"/>
                    <a:pt x="673" y="195"/>
                    <a:pt x="666" y="203"/>
                  </a:cubicBezTo>
                  <a:cubicBezTo>
                    <a:pt x="352" y="537"/>
                    <a:pt x="352" y="537"/>
                    <a:pt x="352" y="537"/>
                  </a:cubicBezTo>
                  <a:cubicBezTo>
                    <a:pt x="348" y="541"/>
                    <a:pt x="343" y="544"/>
                    <a:pt x="337" y="544"/>
                  </a:cubicBezTo>
                  <a:cubicBezTo>
                    <a:pt x="331" y="544"/>
                    <a:pt x="325" y="541"/>
                    <a:pt x="321" y="537"/>
                  </a:cubicBezTo>
                  <a:cubicBezTo>
                    <a:pt x="8" y="203"/>
                    <a:pt x="8" y="203"/>
                    <a:pt x="8" y="203"/>
                  </a:cubicBezTo>
                  <a:cubicBezTo>
                    <a:pt x="1" y="195"/>
                    <a:pt x="0" y="184"/>
                    <a:pt x="6" y="176"/>
                  </a:cubicBezTo>
                  <a:cubicBezTo>
                    <a:pt x="132" y="8"/>
                    <a:pt x="132" y="8"/>
                    <a:pt x="132" y="8"/>
                  </a:cubicBezTo>
                  <a:cubicBezTo>
                    <a:pt x="136" y="3"/>
                    <a:pt x="142" y="0"/>
                    <a:pt x="149" y="0"/>
                  </a:cubicBezTo>
                  <a:cubicBezTo>
                    <a:pt x="525" y="0"/>
                    <a:pt x="525" y="0"/>
                    <a:pt x="525" y="0"/>
                  </a:cubicBezTo>
                  <a:cubicBezTo>
                    <a:pt x="531" y="0"/>
                    <a:pt x="538" y="3"/>
                    <a:pt x="542" y="8"/>
                  </a:cubicBezTo>
                  <a:lnTo>
                    <a:pt x="667" y="176"/>
                  </a:lnTo>
                  <a:close/>
                  <a:moveTo>
                    <a:pt x="245" y="42"/>
                  </a:moveTo>
                  <a:cubicBezTo>
                    <a:pt x="159" y="42"/>
                    <a:pt x="159" y="42"/>
                    <a:pt x="159" y="42"/>
                  </a:cubicBezTo>
                  <a:cubicBezTo>
                    <a:pt x="65" y="167"/>
                    <a:pt x="65" y="167"/>
                    <a:pt x="65" y="167"/>
                  </a:cubicBezTo>
                  <a:cubicBezTo>
                    <a:pt x="178" y="167"/>
                    <a:pt x="178" y="167"/>
                    <a:pt x="178" y="167"/>
                  </a:cubicBezTo>
                  <a:lnTo>
                    <a:pt x="245" y="42"/>
                  </a:lnTo>
                  <a:close/>
                  <a:moveTo>
                    <a:pt x="275" y="426"/>
                  </a:moveTo>
                  <a:cubicBezTo>
                    <a:pt x="177" y="209"/>
                    <a:pt x="177" y="209"/>
                    <a:pt x="177" y="209"/>
                  </a:cubicBezTo>
                  <a:cubicBezTo>
                    <a:pt x="71" y="209"/>
                    <a:pt x="71" y="209"/>
                    <a:pt x="71" y="209"/>
                  </a:cubicBezTo>
                  <a:lnTo>
                    <a:pt x="275" y="426"/>
                  </a:lnTo>
                  <a:close/>
                  <a:moveTo>
                    <a:pt x="451" y="209"/>
                  </a:moveTo>
                  <a:cubicBezTo>
                    <a:pt x="223" y="209"/>
                    <a:pt x="223" y="209"/>
                    <a:pt x="223" y="209"/>
                  </a:cubicBezTo>
                  <a:cubicBezTo>
                    <a:pt x="337" y="461"/>
                    <a:pt x="337" y="461"/>
                    <a:pt x="337" y="461"/>
                  </a:cubicBezTo>
                  <a:lnTo>
                    <a:pt x="451" y="209"/>
                  </a:lnTo>
                  <a:close/>
                  <a:moveTo>
                    <a:pt x="448" y="167"/>
                  </a:moveTo>
                  <a:cubicBezTo>
                    <a:pt x="381" y="42"/>
                    <a:pt x="381" y="42"/>
                    <a:pt x="381" y="42"/>
                  </a:cubicBezTo>
                  <a:cubicBezTo>
                    <a:pt x="292" y="42"/>
                    <a:pt x="292" y="42"/>
                    <a:pt x="292" y="42"/>
                  </a:cubicBezTo>
                  <a:cubicBezTo>
                    <a:pt x="225" y="167"/>
                    <a:pt x="225" y="167"/>
                    <a:pt x="225" y="167"/>
                  </a:cubicBezTo>
                  <a:lnTo>
                    <a:pt x="448" y="167"/>
                  </a:lnTo>
                  <a:close/>
                  <a:moveTo>
                    <a:pt x="602" y="209"/>
                  </a:moveTo>
                  <a:cubicBezTo>
                    <a:pt x="497" y="209"/>
                    <a:pt x="497" y="209"/>
                    <a:pt x="497" y="209"/>
                  </a:cubicBezTo>
                  <a:cubicBezTo>
                    <a:pt x="399" y="426"/>
                    <a:pt x="399" y="426"/>
                    <a:pt x="399" y="426"/>
                  </a:cubicBezTo>
                  <a:lnTo>
                    <a:pt x="602" y="209"/>
                  </a:lnTo>
                  <a:close/>
                  <a:moveTo>
                    <a:pt x="609" y="167"/>
                  </a:moveTo>
                  <a:cubicBezTo>
                    <a:pt x="514" y="42"/>
                    <a:pt x="514" y="42"/>
                    <a:pt x="514" y="42"/>
                  </a:cubicBezTo>
                  <a:cubicBezTo>
                    <a:pt x="429" y="42"/>
                    <a:pt x="429" y="42"/>
                    <a:pt x="429" y="42"/>
                  </a:cubicBezTo>
                  <a:cubicBezTo>
                    <a:pt x="496" y="167"/>
                    <a:pt x="496" y="167"/>
                    <a:pt x="496" y="167"/>
                  </a:cubicBezTo>
                  <a:lnTo>
                    <a:pt x="609" y="167"/>
                  </a:lnTo>
                  <a:close/>
                </a:path>
              </a:pathLst>
            </a:custGeom>
            <a:solidFill>
              <a:srgbClr val="1D3D78"/>
            </a:solidFill>
            <a:ln>
              <a:noFill/>
            </a:ln>
          </p:spPr>
          <p:txBody>
            <a:bodyPr vert="horz" wrap="square" lIns="64008" tIns="32004" rIns="64008" bIns="32004"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75757"/>
                </a:solidFill>
                <a:effectLst/>
                <a:uLnTx/>
                <a:uFillTx/>
                <a:latin typeface="Calibri Light"/>
              </a:endParaRPr>
            </a:p>
          </p:txBody>
        </p:sp>
      </p:grpSp>
      <p:grpSp>
        <p:nvGrpSpPr>
          <p:cNvPr id="8" name="Group 7">
            <a:extLst>
              <a:ext uri="{FF2B5EF4-FFF2-40B4-BE49-F238E27FC236}">
                <a16:creationId xmlns:a16="http://schemas.microsoft.com/office/drawing/2014/main" id="{21FBD367-2348-0D97-A28C-521D00D4E352}"/>
              </a:ext>
            </a:extLst>
          </p:cNvPr>
          <p:cNvGrpSpPr/>
          <p:nvPr/>
        </p:nvGrpSpPr>
        <p:grpSpPr>
          <a:xfrm>
            <a:off x="280312" y="2556090"/>
            <a:ext cx="717198" cy="686351"/>
            <a:chOff x="280312" y="5360335"/>
            <a:chExt cx="717198" cy="686351"/>
          </a:xfrm>
        </p:grpSpPr>
        <p:sp>
          <p:nvSpPr>
            <p:cNvPr id="54" name="Oval 53">
              <a:extLst>
                <a:ext uri="{FF2B5EF4-FFF2-40B4-BE49-F238E27FC236}">
                  <a16:creationId xmlns:a16="http://schemas.microsoft.com/office/drawing/2014/main" id="{65EE6AA4-F827-CA3E-CDA3-DC323B0521F9}"/>
                </a:ext>
              </a:extLst>
            </p:cNvPr>
            <p:cNvSpPr>
              <a:spLocks/>
            </p:cNvSpPr>
            <p:nvPr/>
          </p:nvSpPr>
          <p:spPr>
            <a:xfrm>
              <a:off x="280312" y="5360335"/>
              <a:ext cx="717198" cy="686351"/>
            </a:xfrm>
            <a:prstGeom prst="ellipse">
              <a:avLst/>
            </a:prstGeom>
            <a:noFill/>
            <a:ln w="26670" cap="rnd" cmpd="sng" algn="ctr">
              <a:solidFill>
                <a:srgbClr val="1D3D78"/>
              </a:solidFill>
              <a:prstDash val="solid"/>
              <a:round/>
              <a:headEnd type="none" w="med" len="med"/>
              <a:tailEnd type="none" w="med" len="med"/>
            </a:ln>
            <a:effectLst/>
          </p:spPr>
          <p:txBody>
            <a:bodyPr rot="0" spcFirstLastPara="0" vertOverflow="overflow" horzOverflow="overflow" vert="horz" wrap="square" lIns="64008" tIns="32004" rIns="64008" bIns="32004"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Calibri Light"/>
                <a:ea typeface="+mn-ea"/>
                <a:cs typeface="+mn-cs"/>
              </a:endParaRPr>
            </a:p>
          </p:txBody>
        </p:sp>
        <p:pic>
          <p:nvPicPr>
            <p:cNvPr id="55" name="Graphic 54" descr="Gears outline">
              <a:extLst>
                <a:ext uri="{FF2B5EF4-FFF2-40B4-BE49-F238E27FC236}">
                  <a16:creationId xmlns:a16="http://schemas.microsoft.com/office/drawing/2014/main" id="{A0E583C8-36AB-4516-1053-BFA44DBE6D49}"/>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359167" y="5423766"/>
              <a:ext cx="559488" cy="559488"/>
            </a:xfrm>
            <a:prstGeom prst="rect">
              <a:avLst/>
            </a:prstGeom>
          </p:spPr>
        </p:pic>
      </p:grpSp>
      <p:grpSp>
        <p:nvGrpSpPr>
          <p:cNvPr id="11" name="Group 10">
            <a:extLst>
              <a:ext uri="{FF2B5EF4-FFF2-40B4-BE49-F238E27FC236}">
                <a16:creationId xmlns:a16="http://schemas.microsoft.com/office/drawing/2014/main" id="{0F9A2130-71B8-1480-DD29-57AE8BD0ED51}"/>
              </a:ext>
            </a:extLst>
          </p:cNvPr>
          <p:cNvGrpSpPr/>
          <p:nvPr/>
        </p:nvGrpSpPr>
        <p:grpSpPr>
          <a:xfrm>
            <a:off x="280312" y="4376986"/>
            <a:ext cx="717198" cy="686351"/>
            <a:chOff x="280312" y="4376478"/>
            <a:chExt cx="717198" cy="686351"/>
          </a:xfrm>
        </p:grpSpPr>
        <p:sp>
          <p:nvSpPr>
            <p:cNvPr id="52" name="Oval 51">
              <a:extLst>
                <a:ext uri="{FF2B5EF4-FFF2-40B4-BE49-F238E27FC236}">
                  <a16:creationId xmlns:a16="http://schemas.microsoft.com/office/drawing/2014/main" id="{BBDC7717-83F6-BAB4-0F4F-93927E1B55CC}"/>
                </a:ext>
              </a:extLst>
            </p:cNvPr>
            <p:cNvSpPr>
              <a:spLocks/>
            </p:cNvSpPr>
            <p:nvPr/>
          </p:nvSpPr>
          <p:spPr>
            <a:xfrm>
              <a:off x="280312" y="4376478"/>
              <a:ext cx="717198" cy="686351"/>
            </a:xfrm>
            <a:prstGeom prst="ellipse">
              <a:avLst/>
            </a:prstGeom>
            <a:noFill/>
            <a:ln w="26670" cap="rnd" cmpd="sng" algn="ctr">
              <a:solidFill>
                <a:srgbClr val="1D3D78"/>
              </a:solidFill>
              <a:prstDash val="solid"/>
              <a:round/>
              <a:headEnd type="none" w="med" len="med"/>
              <a:tailEnd type="none" w="med" len="med"/>
            </a:ln>
            <a:effectLst/>
          </p:spPr>
          <p:txBody>
            <a:bodyPr rot="0" spcFirstLastPara="0" vertOverflow="overflow" horzOverflow="overflow" vert="horz" wrap="square" lIns="64008" tIns="32004" rIns="64008" bIns="32004"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Calibri Light"/>
                <a:ea typeface="+mn-ea"/>
                <a:cs typeface="+mn-cs"/>
              </a:endParaRPr>
            </a:p>
          </p:txBody>
        </p:sp>
        <p:pic>
          <p:nvPicPr>
            <p:cNvPr id="53" name="Graphic 52" descr="Puzzle pieces with solid fill">
              <a:extLst>
                <a:ext uri="{FF2B5EF4-FFF2-40B4-BE49-F238E27FC236}">
                  <a16:creationId xmlns:a16="http://schemas.microsoft.com/office/drawing/2014/main" id="{8A65B041-AFBA-8979-C163-D60BBEF205B9}"/>
                </a:ext>
              </a:extLst>
            </p:cNvPr>
            <p:cNvPicPr>
              <a:picLocks noChangeAspect="1"/>
            </p:cNvPicPr>
            <p:nvPr/>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380036" y="4460778"/>
              <a:ext cx="517750" cy="517750"/>
            </a:xfrm>
            <a:prstGeom prst="rect">
              <a:avLst/>
            </a:prstGeom>
          </p:spPr>
        </p:pic>
      </p:grpSp>
      <p:grpSp>
        <p:nvGrpSpPr>
          <p:cNvPr id="7" name="Group 6">
            <a:extLst>
              <a:ext uri="{FF2B5EF4-FFF2-40B4-BE49-F238E27FC236}">
                <a16:creationId xmlns:a16="http://schemas.microsoft.com/office/drawing/2014/main" id="{14644AF3-100E-F310-2374-879ADE082495}"/>
              </a:ext>
            </a:extLst>
          </p:cNvPr>
          <p:cNvGrpSpPr/>
          <p:nvPr/>
        </p:nvGrpSpPr>
        <p:grpSpPr>
          <a:xfrm>
            <a:off x="280312" y="5287434"/>
            <a:ext cx="717198" cy="686351"/>
            <a:chOff x="280312" y="2664286"/>
            <a:chExt cx="717198" cy="686351"/>
          </a:xfrm>
        </p:grpSpPr>
        <p:sp>
          <p:nvSpPr>
            <p:cNvPr id="50" name="Oval 49">
              <a:extLst>
                <a:ext uri="{FF2B5EF4-FFF2-40B4-BE49-F238E27FC236}">
                  <a16:creationId xmlns:a16="http://schemas.microsoft.com/office/drawing/2014/main" id="{DDC97B4E-64FC-9681-D3E1-4E2DDC472B75}"/>
                </a:ext>
              </a:extLst>
            </p:cNvPr>
            <p:cNvSpPr>
              <a:spLocks/>
            </p:cNvSpPr>
            <p:nvPr/>
          </p:nvSpPr>
          <p:spPr>
            <a:xfrm>
              <a:off x="280312" y="2664286"/>
              <a:ext cx="717198" cy="686351"/>
            </a:xfrm>
            <a:prstGeom prst="ellipse">
              <a:avLst/>
            </a:prstGeom>
            <a:noFill/>
            <a:ln w="26670" cap="rnd" cmpd="sng" algn="ctr">
              <a:solidFill>
                <a:srgbClr val="1D3D78"/>
              </a:solidFill>
              <a:prstDash val="solid"/>
              <a:round/>
              <a:headEnd type="none" w="med" len="med"/>
              <a:tailEnd type="none" w="med" len="med"/>
            </a:ln>
            <a:effectLst/>
          </p:spPr>
          <p:txBody>
            <a:bodyPr rot="0" spcFirstLastPara="0" vertOverflow="overflow" horzOverflow="overflow" vert="horz" wrap="square" lIns="64008" tIns="32004" rIns="64008" bIns="32004"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Calibri Light"/>
                <a:ea typeface="+mn-ea"/>
                <a:cs typeface="+mn-cs"/>
              </a:endParaRPr>
            </a:p>
          </p:txBody>
        </p:sp>
        <p:sp>
          <p:nvSpPr>
            <p:cNvPr id="51" name="Freeform 865">
              <a:extLst>
                <a:ext uri="{FF2B5EF4-FFF2-40B4-BE49-F238E27FC236}">
                  <a16:creationId xmlns:a16="http://schemas.microsoft.com/office/drawing/2014/main" id="{C9413E22-C98C-5353-9937-7D701739A8E5}"/>
                </a:ext>
              </a:extLst>
            </p:cNvPr>
            <p:cNvSpPr>
              <a:spLocks noChangeAspect="1" noEditPoints="1"/>
            </p:cNvSpPr>
            <p:nvPr/>
          </p:nvSpPr>
          <p:spPr bwMode="auto">
            <a:xfrm>
              <a:off x="463554" y="2860322"/>
              <a:ext cx="350715" cy="294279"/>
            </a:xfrm>
            <a:custGeom>
              <a:avLst/>
              <a:gdLst>
                <a:gd name="T0" fmla="*/ 460 w 546"/>
                <a:gd name="T1" fmla="*/ 366 h 460"/>
                <a:gd name="T2" fmla="*/ 366 w 546"/>
                <a:gd name="T3" fmla="*/ 460 h 460"/>
                <a:gd name="T4" fmla="*/ 94 w 546"/>
                <a:gd name="T5" fmla="*/ 460 h 460"/>
                <a:gd name="T6" fmla="*/ 0 w 546"/>
                <a:gd name="T7" fmla="*/ 366 h 460"/>
                <a:gd name="T8" fmla="*/ 0 w 546"/>
                <a:gd name="T9" fmla="*/ 94 h 460"/>
                <a:gd name="T10" fmla="*/ 94 w 546"/>
                <a:gd name="T11" fmla="*/ 0 h 460"/>
                <a:gd name="T12" fmla="*/ 366 w 546"/>
                <a:gd name="T13" fmla="*/ 0 h 460"/>
                <a:gd name="T14" fmla="*/ 404 w 546"/>
                <a:gd name="T15" fmla="*/ 8 h 460"/>
                <a:gd name="T16" fmla="*/ 410 w 546"/>
                <a:gd name="T17" fmla="*/ 16 h 460"/>
                <a:gd name="T18" fmla="*/ 407 w 546"/>
                <a:gd name="T19" fmla="*/ 25 h 460"/>
                <a:gd name="T20" fmla="*/ 391 w 546"/>
                <a:gd name="T21" fmla="*/ 41 h 460"/>
                <a:gd name="T22" fmla="*/ 384 w 546"/>
                <a:gd name="T23" fmla="*/ 45 h 460"/>
                <a:gd name="T24" fmla="*/ 381 w 546"/>
                <a:gd name="T25" fmla="*/ 44 h 460"/>
                <a:gd name="T26" fmla="*/ 366 w 546"/>
                <a:gd name="T27" fmla="*/ 42 h 460"/>
                <a:gd name="T28" fmla="*/ 94 w 546"/>
                <a:gd name="T29" fmla="*/ 42 h 460"/>
                <a:gd name="T30" fmla="*/ 42 w 546"/>
                <a:gd name="T31" fmla="*/ 94 h 460"/>
                <a:gd name="T32" fmla="*/ 42 w 546"/>
                <a:gd name="T33" fmla="*/ 366 h 460"/>
                <a:gd name="T34" fmla="*/ 94 w 546"/>
                <a:gd name="T35" fmla="*/ 419 h 460"/>
                <a:gd name="T36" fmla="*/ 366 w 546"/>
                <a:gd name="T37" fmla="*/ 419 h 460"/>
                <a:gd name="T38" fmla="*/ 418 w 546"/>
                <a:gd name="T39" fmla="*/ 366 h 460"/>
                <a:gd name="T40" fmla="*/ 418 w 546"/>
                <a:gd name="T41" fmla="*/ 283 h 460"/>
                <a:gd name="T42" fmla="*/ 421 w 546"/>
                <a:gd name="T43" fmla="*/ 276 h 460"/>
                <a:gd name="T44" fmla="*/ 442 w 546"/>
                <a:gd name="T45" fmla="*/ 255 h 460"/>
                <a:gd name="T46" fmla="*/ 450 w 546"/>
                <a:gd name="T47" fmla="*/ 252 h 460"/>
                <a:gd name="T48" fmla="*/ 454 w 546"/>
                <a:gd name="T49" fmla="*/ 253 h 460"/>
                <a:gd name="T50" fmla="*/ 460 w 546"/>
                <a:gd name="T51" fmla="*/ 262 h 460"/>
                <a:gd name="T52" fmla="*/ 460 w 546"/>
                <a:gd name="T53" fmla="*/ 366 h 460"/>
                <a:gd name="T54" fmla="*/ 270 w 546"/>
                <a:gd name="T55" fmla="*/ 369 h 460"/>
                <a:gd name="T56" fmla="*/ 232 w 546"/>
                <a:gd name="T57" fmla="*/ 369 h 460"/>
                <a:gd name="T58" fmla="*/ 92 w 546"/>
                <a:gd name="T59" fmla="*/ 228 h 460"/>
                <a:gd name="T60" fmla="*/ 92 w 546"/>
                <a:gd name="T61" fmla="*/ 191 h 460"/>
                <a:gd name="T62" fmla="*/ 128 w 546"/>
                <a:gd name="T63" fmla="*/ 155 h 460"/>
                <a:gd name="T64" fmla="*/ 165 w 546"/>
                <a:gd name="T65" fmla="*/ 155 h 460"/>
                <a:gd name="T66" fmla="*/ 251 w 546"/>
                <a:gd name="T67" fmla="*/ 241 h 460"/>
                <a:gd name="T68" fmla="*/ 463 w 546"/>
                <a:gd name="T69" fmla="*/ 29 h 460"/>
                <a:gd name="T70" fmla="*/ 500 w 546"/>
                <a:gd name="T71" fmla="*/ 29 h 460"/>
                <a:gd name="T72" fmla="*/ 536 w 546"/>
                <a:gd name="T73" fmla="*/ 65 h 460"/>
                <a:gd name="T74" fmla="*/ 536 w 546"/>
                <a:gd name="T75" fmla="*/ 103 h 460"/>
                <a:gd name="T76" fmla="*/ 270 w 546"/>
                <a:gd name="T77" fmla="*/ 369 h 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6" h="460">
                  <a:moveTo>
                    <a:pt x="460" y="366"/>
                  </a:moveTo>
                  <a:cubicBezTo>
                    <a:pt x="460" y="418"/>
                    <a:pt x="418" y="460"/>
                    <a:pt x="366" y="460"/>
                  </a:cubicBezTo>
                  <a:cubicBezTo>
                    <a:pt x="94" y="460"/>
                    <a:pt x="94" y="460"/>
                    <a:pt x="94" y="460"/>
                  </a:cubicBezTo>
                  <a:cubicBezTo>
                    <a:pt x="42" y="460"/>
                    <a:pt x="0" y="418"/>
                    <a:pt x="0" y="366"/>
                  </a:cubicBezTo>
                  <a:cubicBezTo>
                    <a:pt x="0" y="94"/>
                    <a:pt x="0" y="94"/>
                    <a:pt x="0" y="94"/>
                  </a:cubicBezTo>
                  <a:cubicBezTo>
                    <a:pt x="0" y="42"/>
                    <a:pt x="42" y="0"/>
                    <a:pt x="94" y="0"/>
                  </a:cubicBezTo>
                  <a:cubicBezTo>
                    <a:pt x="366" y="0"/>
                    <a:pt x="366" y="0"/>
                    <a:pt x="366" y="0"/>
                  </a:cubicBezTo>
                  <a:cubicBezTo>
                    <a:pt x="379" y="0"/>
                    <a:pt x="392" y="3"/>
                    <a:pt x="404" y="8"/>
                  </a:cubicBezTo>
                  <a:cubicBezTo>
                    <a:pt x="407" y="10"/>
                    <a:pt x="410" y="13"/>
                    <a:pt x="410" y="16"/>
                  </a:cubicBezTo>
                  <a:cubicBezTo>
                    <a:pt x="411" y="20"/>
                    <a:pt x="410" y="23"/>
                    <a:pt x="407" y="25"/>
                  </a:cubicBezTo>
                  <a:cubicBezTo>
                    <a:pt x="391" y="41"/>
                    <a:pt x="391" y="41"/>
                    <a:pt x="391" y="41"/>
                  </a:cubicBezTo>
                  <a:cubicBezTo>
                    <a:pt x="389" y="43"/>
                    <a:pt x="386" y="45"/>
                    <a:pt x="384" y="45"/>
                  </a:cubicBezTo>
                  <a:cubicBezTo>
                    <a:pt x="383" y="45"/>
                    <a:pt x="382" y="44"/>
                    <a:pt x="381" y="44"/>
                  </a:cubicBezTo>
                  <a:cubicBezTo>
                    <a:pt x="376" y="43"/>
                    <a:pt x="371" y="42"/>
                    <a:pt x="366" y="42"/>
                  </a:cubicBezTo>
                  <a:cubicBezTo>
                    <a:pt x="94" y="42"/>
                    <a:pt x="94" y="42"/>
                    <a:pt x="94" y="42"/>
                  </a:cubicBezTo>
                  <a:cubicBezTo>
                    <a:pt x="66" y="42"/>
                    <a:pt x="42" y="66"/>
                    <a:pt x="42" y="94"/>
                  </a:cubicBezTo>
                  <a:cubicBezTo>
                    <a:pt x="42" y="366"/>
                    <a:pt x="42" y="366"/>
                    <a:pt x="42" y="366"/>
                  </a:cubicBezTo>
                  <a:cubicBezTo>
                    <a:pt x="42" y="395"/>
                    <a:pt x="66" y="419"/>
                    <a:pt x="94" y="419"/>
                  </a:cubicBezTo>
                  <a:cubicBezTo>
                    <a:pt x="366" y="419"/>
                    <a:pt x="366" y="419"/>
                    <a:pt x="366" y="419"/>
                  </a:cubicBezTo>
                  <a:cubicBezTo>
                    <a:pt x="395" y="419"/>
                    <a:pt x="418" y="395"/>
                    <a:pt x="418" y="366"/>
                  </a:cubicBezTo>
                  <a:cubicBezTo>
                    <a:pt x="418" y="283"/>
                    <a:pt x="418" y="283"/>
                    <a:pt x="418" y="283"/>
                  </a:cubicBezTo>
                  <a:cubicBezTo>
                    <a:pt x="418" y="281"/>
                    <a:pt x="419" y="278"/>
                    <a:pt x="421" y="276"/>
                  </a:cubicBezTo>
                  <a:cubicBezTo>
                    <a:pt x="442" y="255"/>
                    <a:pt x="442" y="255"/>
                    <a:pt x="442" y="255"/>
                  </a:cubicBezTo>
                  <a:cubicBezTo>
                    <a:pt x="445" y="253"/>
                    <a:pt x="447" y="252"/>
                    <a:pt x="450" y="252"/>
                  </a:cubicBezTo>
                  <a:cubicBezTo>
                    <a:pt x="451" y="252"/>
                    <a:pt x="452" y="252"/>
                    <a:pt x="454" y="253"/>
                  </a:cubicBezTo>
                  <a:cubicBezTo>
                    <a:pt x="458" y="255"/>
                    <a:pt x="460" y="258"/>
                    <a:pt x="460" y="262"/>
                  </a:cubicBezTo>
                  <a:lnTo>
                    <a:pt x="460" y="366"/>
                  </a:lnTo>
                  <a:close/>
                  <a:moveTo>
                    <a:pt x="270" y="369"/>
                  </a:moveTo>
                  <a:cubicBezTo>
                    <a:pt x="259" y="379"/>
                    <a:pt x="243" y="379"/>
                    <a:pt x="232" y="369"/>
                  </a:cubicBezTo>
                  <a:cubicBezTo>
                    <a:pt x="92" y="228"/>
                    <a:pt x="92" y="228"/>
                    <a:pt x="92" y="228"/>
                  </a:cubicBezTo>
                  <a:cubicBezTo>
                    <a:pt x="82" y="218"/>
                    <a:pt x="82" y="201"/>
                    <a:pt x="92" y="191"/>
                  </a:cubicBezTo>
                  <a:cubicBezTo>
                    <a:pt x="128" y="155"/>
                    <a:pt x="128" y="155"/>
                    <a:pt x="128" y="155"/>
                  </a:cubicBezTo>
                  <a:cubicBezTo>
                    <a:pt x="138" y="144"/>
                    <a:pt x="155" y="144"/>
                    <a:pt x="165" y="155"/>
                  </a:cubicBezTo>
                  <a:cubicBezTo>
                    <a:pt x="251" y="241"/>
                    <a:pt x="251" y="241"/>
                    <a:pt x="251" y="241"/>
                  </a:cubicBezTo>
                  <a:cubicBezTo>
                    <a:pt x="463" y="29"/>
                    <a:pt x="463" y="29"/>
                    <a:pt x="463" y="29"/>
                  </a:cubicBezTo>
                  <a:cubicBezTo>
                    <a:pt x="473" y="19"/>
                    <a:pt x="489" y="19"/>
                    <a:pt x="500" y="29"/>
                  </a:cubicBezTo>
                  <a:cubicBezTo>
                    <a:pt x="536" y="65"/>
                    <a:pt x="536" y="65"/>
                    <a:pt x="536" y="65"/>
                  </a:cubicBezTo>
                  <a:cubicBezTo>
                    <a:pt x="546" y="76"/>
                    <a:pt x="546" y="92"/>
                    <a:pt x="536" y="103"/>
                  </a:cubicBezTo>
                  <a:lnTo>
                    <a:pt x="270" y="369"/>
                  </a:lnTo>
                  <a:close/>
                </a:path>
              </a:pathLst>
            </a:custGeom>
            <a:solidFill>
              <a:srgbClr val="1D3D78"/>
            </a:solidFill>
            <a:ln>
              <a:noFill/>
            </a:ln>
          </p:spPr>
          <p:txBody>
            <a:bodyPr vert="horz" wrap="square" lIns="64008" tIns="32004" rIns="64008" bIns="32004"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75757"/>
                </a:solidFill>
                <a:effectLst/>
                <a:uLnTx/>
                <a:uFillTx/>
                <a:latin typeface="Calibri Light"/>
              </a:endParaRPr>
            </a:p>
          </p:txBody>
        </p:sp>
      </p:grpSp>
      <p:grpSp>
        <p:nvGrpSpPr>
          <p:cNvPr id="10" name="Group 9">
            <a:extLst>
              <a:ext uri="{FF2B5EF4-FFF2-40B4-BE49-F238E27FC236}">
                <a16:creationId xmlns:a16="http://schemas.microsoft.com/office/drawing/2014/main" id="{4D9540B3-F20C-D82C-87DE-EE8C2D56BA1B}"/>
              </a:ext>
            </a:extLst>
          </p:cNvPr>
          <p:cNvGrpSpPr/>
          <p:nvPr/>
        </p:nvGrpSpPr>
        <p:grpSpPr>
          <a:xfrm>
            <a:off x="280312" y="3466538"/>
            <a:ext cx="717198" cy="686351"/>
            <a:chOff x="280312" y="3494091"/>
            <a:chExt cx="717198" cy="686351"/>
          </a:xfrm>
        </p:grpSpPr>
        <p:sp>
          <p:nvSpPr>
            <p:cNvPr id="56" name="Oval 55">
              <a:extLst>
                <a:ext uri="{FF2B5EF4-FFF2-40B4-BE49-F238E27FC236}">
                  <a16:creationId xmlns:a16="http://schemas.microsoft.com/office/drawing/2014/main" id="{93CB1499-9DB8-5334-73BE-35C695C1F4C0}"/>
                </a:ext>
              </a:extLst>
            </p:cNvPr>
            <p:cNvSpPr>
              <a:spLocks/>
            </p:cNvSpPr>
            <p:nvPr/>
          </p:nvSpPr>
          <p:spPr>
            <a:xfrm>
              <a:off x="280312" y="3494091"/>
              <a:ext cx="717198" cy="686351"/>
            </a:xfrm>
            <a:prstGeom prst="ellipse">
              <a:avLst/>
            </a:prstGeom>
            <a:noFill/>
            <a:ln w="26670" cap="rnd" cmpd="sng" algn="ctr">
              <a:solidFill>
                <a:srgbClr val="1D3D78"/>
              </a:solidFill>
              <a:prstDash val="solid"/>
              <a:round/>
              <a:headEnd type="none" w="med" len="med"/>
              <a:tailEnd type="none" w="med" len="med"/>
            </a:ln>
            <a:effectLst/>
          </p:spPr>
          <p:txBody>
            <a:bodyPr rot="0" spcFirstLastPara="0" vertOverflow="overflow" horzOverflow="overflow" vert="horz" wrap="square" lIns="64008" tIns="32004" rIns="64008" bIns="32004"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Calibri Light"/>
                <a:ea typeface="+mn-ea"/>
                <a:cs typeface="+mn-cs"/>
              </a:endParaRPr>
            </a:p>
          </p:txBody>
        </p:sp>
        <p:pic>
          <p:nvPicPr>
            <p:cNvPr id="57" name="Graphic 56" descr="User with solid fill">
              <a:extLst>
                <a:ext uri="{FF2B5EF4-FFF2-40B4-BE49-F238E27FC236}">
                  <a16:creationId xmlns:a16="http://schemas.microsoft.com/office/drawing/2014/main" id="{AD2E727D-E55E-B390-12DC-8DFACE3963E5}"/>
                </a:ext>
              </a:extLst>
            </p:cNvPr>
            <p:cNvPicPr>
              <a:picLocks noChangeAspect="1"/>
            </p:cNvPicPr>
            <p:nvPr/>
          </p:nvPicPr>
          <p:blipFill>
            <a:blip r:embed="rId11" cstate="email">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387451" y="3585807"/>
              <a:ext cx="502921" cy="502921"/>
            </a:xfrm>
            <a:prstGeom prst="rect">
              <a:avLst/>
            </a:prstGeom>
          </p:spPr>
        </p:pic>
      </p:grpSp>
      <p:sp>
        <p:nvSpPr>
          <p:cNvPr id="2" name="Title 1">
            <a:extLst>
              <a:ext uri="{FF2B5EF4-FFF2-40B4-BE49-F238E27FC236}">
                <a16:creationId xmlns:a16="http://schemas.microsoft.com/office/drawing/2014/main" id="{9E037913-7622-296B-C2CA-057BA0284410}"/>
              </a:ext>
            </a:extLst>
          </p:cNvPr>
          <p:cNvSpPr txBox="1">
            <a:spLocks/>
          </p:cNvSpPr>
          <p:nvPr/>
        </p:nvSpPr>
        <p:spPr>
          <a:xfrm>
            <a:off x="390525" y="128588"/>
            <a:ext cx="10515600" cy="6175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chemeClr val="bg1"/>
                </a:solidFill>
                <a:latin typeface="+mj-lt"/>
                <a:ea typeface="+mj-ea"/>
                <a:cs typeface="+mj-cs"/>
              </a:defRPr>
            </a:lvl1pPr>
          </a:lstStyle>
          <a:p>
            <a:r>
              <a:rPr lang="en-US" sz="2400"/>
              <a:t>VA Research Enterprise Vision</a:t>
            </a:r>
          </a:p>
        </p:txBody>
      </p:sp>
      <p:sp>
        <p:nvSpPr>
          <p:cNvPr id="4" name="Slide Number Placeholder 2">
            <a:extLst>
              <a:ext uri="{FF2B5EF4-FFF2-40B4-BE49-F238E27FC236}">
                <a16:creationId xmlns:a16="http://schemas.microsoft.com/office/drawing/2014/main" id="{810243EA-F062-7371-896D-D81FAFA36975}"/>
              </a:ext>
            </a:extLst>
          </p:cNvPr>
          <p:cNvSpPr txBox="1">
            <a:spLocks/>
          </p:cNvSpPr>
          <p:nvPr/>
        </p:nvSpPr>
        <p:spPr>
          <a:xfrm>
            <a:off x="94488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451754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847" y="201706"/>
            <a:ext cx="8308848" cy="640080"/>
          </a:xfrm>
        </p:spPr>
        <p:txBody>
          <a:bodyPr/>
          <a:lstStyle/>
          <a:p>
            <a:r>
              <a:rPr lang="en-US" sz="2400" i="1" dirty="0">
                <a:latin typeface="+mn-lt"/>
              </a:rPr>
              <a:t>Recent HUD (2022) findings on Veteran homelessness</a:t>
            </a:r>
          </a:p>
        </p:txBody>
      </p:sp>
      <p:sp>
        <p:nvSpPr>
          <p:cNvPr id="3" name="Content Placeholder 2"/>
          <p:cNvSpPr>
            <a:spLocks noGrp="1"/>
          </p:cNvSpPr>
          <p:nvPr>
            <p:ph sz="quarter" idx="1"/>
          </p:nvPr>
        </p:nvSpPr>
        <p:spPr>
          <a:xfrm>
            <a:off x="309281" y="949697"/>
            <a:ext cx="11618259" cy="5343526"/>
          </a:xfrm>
        </p:spPr>
        <p:txBody>
          <a:bodyPr anchor="ctr" anchorCtr="0"/>
          <a:lstStyle/>
          <a:p>
            <a:r>
              <a:rPr lang="en-US" sz="1800" dirty="0">
                <a:solidFill>
                  <a:srgbClr val="211D1E"/>
                </a:solidFill>
                <a:latin typeface="Calibri" panose="020F0502020204030204" pitchFamily="34" charset="0"/>
                <a:cs typeface="Calibri" panose="020F0502020204030204" pitchFamily="34" charset="0"/>
              </a:rPr>
              <a:t>Between October 1, 2019, and September 30, 2020, almost 85,000 veterans experienced sheltered homelessness, </a:t>
            </a:r>
            <a:r>
              <a:rPr lang="en-US" sz="1800" b="1" dirty="0">
                <a:solidFill>
                  <a:srgbClr val="211D1E"/>
                </a:solidFill>
                <a:latin typeface="Calibri" panose="020F0502020204030204" pitchFamily="34" charset="0"/>
                <a:cs typeface="Calibri" panose="020F0502020204030204" pitchFamily="34" charset="0"/>
              </a:rPr>
              <a:t>one in every 160 veterans in the United States</a:t>
            </a:r>
            <a:r>
              <a:rPr lang="en-US" sz="1800" dirty="0">
                <a:solidFill>
                  <a:srgbClr val="211D1E"/>
                </a:solidFill>
                <a:latin typeface="Calibri" panose="020F0502020204030204" pitchFamily="34" charset="0"/>
                <a:cs typeface="Calibri" panose="020F0502020204030204" pitchFamily="34" charset="0"/>
              </a:rPr>
              <a:t>. </a:t>
            </a:r>
          </a:p>
          <a:p>
            <a:r>
              <a:rPr lang="en-US" sz="1800" dirty="0">
                <a:solidFill>
                  <a:srgbClr val="211D1E"/>
                </a:solidFill>
                <a:latin typeface="Calibri" panose="020F0502020204030204" pitchFamily="34" charset="0"/>
                <a:cs typeface="Calibri" panose="020F0502020204030204" pitchFamily="34" charset="0"/>
              </a:rPr>
              <a:t>Nearly all veterans experiencing sheltered homelessness were in </a:t>
            </a:r>
            <a:r>
              <a:rPr lang="en-US" sz="1800" b="1" dirty="0">
                <a:solidFill>
                  <a:srgbClr val="211D1E"/>
                </a:solidFill>
                <a:latin typeface="Calibri" panose="020F0502020204030204" pitchFamily="34" charset="0"/>
                <a:cs typeface="Calibri" panose="020F0502020204030204" pitchFamily="34" charset="0"/>
              </a:rPr>
              <a:t>adult-only households </a:t>
            </a:r>
            <a:r>
              <a:rPr lang="en-US" sz="1800" dirty="0">
                <a:solidFill>
                  <a:srgbClr val="211D1E"/>
                </a:solidFill>
                <a:latin typeface="Calibri" panose="020F0502020204030204" pitchFamily="34" charset="0"/>
                <a:cs typeface="Calibri" panose="020F0502020204030204" pitchFamily="34" charset="0"/>
              </a:rPr>
              <a:t>rather than in families with children (97%). </a:t>
            </a:r>
          </a:p>
          <a:p>
            <a:r>
              <a:rPr lang="en-US" sz="1800" b="1" dirty="0">
                <a:solidFill>
                  <a:srgbClr val="211D1E"/>
                </a:solidFill>
                <a:latin typeface="Calibri" panose="020F0502020204030204" pitchFamily="34" charset="0"/>
                <a:cs typeface="Calibri" panose="020F0502020204030204" pitchFamily="34" charset="0"/>
              </a:rPr>
              <a:t>Sheltered veterans were younger than all veterans in the United States</a:t>
            </a:r>
            <a:r>
              <a:rPr lang="en-US" sz="1800" dirty="0">
                <a:solidFill>
                  <a:srgbClr val="211D1E"/>
                </a:solidFill>
                <a:latin typeface="Calibri" panose="020F0502020204030204" pitchFamily="34" charset="0"/>
                <a:cs typeface="Calibri" panose="020F0502020204030204" pitchFamily="34" charset="0"/>
              </a:rPr>
              <a:t>.  While nearly 60 percent of U.S. veterans in adult-only households were age 65 and older, only 18 percent of sheltered veterans were in that age group. A quarter of sheltered veterans were under the age of 45 in 2020, compared with 11 percent of all veterans. </a:t>
            </a:r>
          </a:p>
          <a:p>
            <a:r>
              <a:rPr lang="en-US" sz="1800" dirty="0">
                <a:solidFill>
                  <a:srgbClr val="211D1E"/>
                </a:solidFill>
                <a:latin typeface="Calibri" panose="020F0502020204030204" pitchFamily="34" charset="0"/>
                <a:cs typeface="Calibri" panose="020F0502020204030204" pitchFamily="34" charset="0"/>
              </a:rPr>
              <a:t>Veterans who identified as </a:t>
            </a:r>
            <a:r>
              <a:rPr lang="en-US" sz="1800" b="1" dirty="0">
                <a:solidFill>
                  <a:srgbClr val="211D1E"/>
                </a:solidFill>
                <a:latin typeface="Calibri" panose="020F0502020204030204" pitchFamily="34" charset="0"/>
                <a:cs typeface="Calibri" panose="020F0502020204030204" pitchFamily="34" charset="0"/>
              </a:rPr>
              <a:t>Black or African American </a:t>
            </a:r>
            <a:r>
              <a:rPr lang="en-US" sz="1800" dirty="0">
                <a:solidFill>
                  <a:srgbClr val="211D1E"/>
                </a:solidFill>
                <a:latin typeface="Calibri" panose="020F0502020204030204" pitchFamily="34" charset="0"/>
                <a:cs typeface="Calibri" panose="020F0502020204030204" pitchFamily="34" charset="0"/>
              </a:rPr>
              <a:t>comprised more than a third of veteran heads of households experiencing sheltered homelessness (34%). This is three times the share of all U.S. veteran heads of adult-only households (12%). </a:t>
            </a:r>
          </a:p>
          <a:p>
            <a:r>
              <a:rPr lang="en-US" sz="1800" b="1" dirty="0">
                <a:solidFill>
                  <a:srgbClr val="211D1E"/>
                </a:solidFill>
                <a:latin typeface="Calibri" panose="020F0502020204030204" pitchFamily="34" charset="0"/>
                <a:cs typeface="Calibri" panose="020F0502020204030204" pitchFamily="34" charset="0"/>
              </a:rPr>
              <a:t>Native American/American Indian and Alaska Native </a:t>
            </a:r>
            <a:r>
              <a:rPr lang="en-US" sz="1800" dirty="0">
                <a:solidFill>
                  <a:srgbClr val="211D1E"/>
                </a:solidFill>
                <a:latin typeface="Calibri" panose="020F0502020204030204" pitchFamily="34" charset="0"/>
                <a:cs typeface="Calibri" panose="020F0502020204030204" pitchFamily="34" charset="0"/>
              </a:rPr>
              <a:t>veterans in adult-only households were considerably overrepresented among the sheltered veteran population (4%) compared to their shares of the total veteran population in adult-only households and veterans in poverty (1%). </a:t>
            </a:r>
          </a:p>
          <a:p>
            <a:r>
              <a:rPr lang="en-US" sz="1800" dirty="0">
                <a:solidFill>
                  <a:srgbClr val="211D1E"/>
                </a:solidFill>
                <a:latin typeface="Calibri" panose="020F0502020204030204" pitchFamily="34" charset="0"/>
                <a:cs typeface="Calibri" panose="020F0502020204030204" pitchFamily="34" charset="0"/>
              </a:rPr>
              <a:t>Seven of every 10 sheltered veterans </a:t>
            </a:r>
            <a:r>
              <a:rPr lang="en-US" sz="1800" b="1" dirty="0">
                <a:solidFill>
                  <a:srgbClr val="211D1E"/>
                </a:solidFill>
                <a:latin typeface="Calibri" panose="020F0502020204030204" pitchFamily="34" charset="0"/>
                <a:cs typeface="Calibri" panose="020F0502020204030204" pitchFamily="34" charset="0"/>
              </a:rPr>
              <a:t>(71%) reported a disability </a:t>
            </a:r>
            <a:r>
              <a:rPr lang="en-US" sz="1800" dirty="0">
                <a:solidFill>
                  <a:srgbClr val="211D1E"/>
                </a:solidFill>
                <a:latin typeface="Calibri" panose="020F0502020204030204" pitchFamily="34" charset="0"/>
                <a:cs typeface="Calibri" panose="020F0502020204030204" pitchFamily="34" charset="0"/>
              </a:rPr>
              <a:t>in 2020 and </a:t>
            </a:r>
            <a:r>
              <a:rPr lang="en-US" sz="1800" b="1" dirty="0">
                <a:solidFill>
                  <a:srgbClr val="211D1E"/>
                </a:solidFill>
                <a:latin typeface="Calibri" panose="020F0502020204030204" pitchFamily="34" charset="0"/>
                <a:cs typeface="Calibri" panose="020F0502020204030204" pitchFamily="34" charset="0"/>
              </a:rPr>
              <a:t>22 percent had a chronic pattern of homelessness</a:t>
            </a:r>
            <a:r>
              <a:rPr lang="en-US" sz="1800" dirty="0">
                <a:solidFill>
                  <a:srgbClr val="211D1E"/>
                </a:solidFill>
                <a:latin typeface="Calibri" panose="020F0502020204030204" pitchFamily="34" charset="0"/>
                <a:cs typeface="Calibri" panose="020F0502020204030204" pitchFamily="34" charset="0"/>
              </a:rPr>
              <a:t>. </a:t>
            </a:r>
          </a:p>
          <a:p>
            <a:pPr marL="0" indent="0">
              <a:buNone/>
            </a:pPr>
            <a:r>
              <a:rPr lang="en-US" sz="1200" dirty="0">
                <a:solidFill>
                  <a:srgbClr val="211D1E"/>
                </a:solidFill>
                <a:latin typeface="Calibri" panose="020F0502020204030204" pitchFamily="34" charset="0"/>
                <a:cs typeface="Calibri" panose="020F0502020204030204" pitchFamily="34" charset="0"/>
              </a:rPr>
              <a:t>U.S. Department of Housing and Urban Development’s (HUD) 2019/2020 Annual Homeless Assessment Report (AHAR) Part 2. </a:t>
            </a:r>
          </a:p>
        </p:txBody>
      </p:sp>
    </p:spTree>
    <p:extLst>
      <p:ext uri="{BB962C8B-B14F-4D97-AF65-F5344CB8AC3E}">
        <p14:creationId xmlns:p14="http://schemas.microsoft.com/office/powerpoint/2010/main" val="28118345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sz="2800" i="1" dirty="0"/>
              <a:t>Funded studies of Veteran homelessness</a:t>
            </a:r>
          </a:p>
        </p:txBody>
      </p:sp>
      <p:pic>
        <p:nvPicPr>
          <p:cNvPr id="102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48753" y="1178860"/>
            <a:ext cx="2667000" cy="1466851"/>
          </a:xfrm>
          <a:prstGeom prst="rect">
            <a:avLst/>
          </a:prstGeom>
          <a:noFill/>
          <a:ln w="25400">
            <a:solidFill>
              <a:schemeClr val="accent1">
                <a:lumMod val="75000"/>
              </a:schemeClr>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5625354" y="1559859"/>
            <a:ext cx="4114799" cy="923330"/>
          </a:xfrm>
          <a:prstGeom prst="rect">
            <a:avLst/>
          </a:prstGeom>
          <a:solidFill>
            <a:schemeClr val="accent1">
              <a:lumMod val="50000"/>
            </a:schemeClr>
          </a:solidFill>
          <a:ln w="25400">
            <a:solidFill>
              <a:schemeClr val="accent1">
                <a:lumMod val="75000"/>
              </a:schemeClr>
            </a:solidFill>
            <a:miter lim="800000"/>
            <a:headEnd/>
            <a:tailEnd/>
          </a:ln>
          <a:effectLst/>
        </p:spPr>
        <p:txBody>
          <a:bodyPr wrap="square" rtlCol="0">
            <a:spAutoFit/>
          </a:bodyPr>
          <a:lstStyle/>
          <a:p>
            <a:pPr algn="ctr"/>
            <a:r>
              <a:rPr lang="en-US" dirty="0">
                <a:solidFill>
                  <a:schemeClr val="bg1"/>
                </a:solidFill>
                <a:latin typeface="Calibri" panose="020F0502020204030204" pitchFamily="34" charset="0"/>
                <a:cs typeface="Calibri" panose="020F0502020204030204" pitchFamily="34" charset="0"/>
              </a:rPr>
              <a:t>ORD  now provides more than </a:t>
            </a:r>
          </a:p>
          <a:p>
            <a:pPr algn="ctr"/>
            <a:r>
              <a:rPr lang="en-US" dirty="0">
                <a:solidFill>
                  <a:schemeClr val="bg1"/>
                </a:solidFill>
                <a:latin typeface="Calibri" panose="020F0502020204030204" pitchFamily="34" charset="0"/>
                <a:cs typeface="Calibri" panose="020F0502020204030204" pitchFamily="34" charset="0"/>
              </a:rPr>
              <a:t>$4 million in annual support for research on Veteran homelessness</a:t>
            </a:r>
          </a:p>
        </p:txBody>
      </p:sp>
      <p:graphicFrame>
        <p:nvGraphicFramePr>
          <p:cNvPr id="7" name="Content Placeholder 6"/>
          <p:cNvGraphicFramePr>
            <a:graphicFrameLocks noGrp="1"/>
          </p:cNvGraphicFramePr>
          <p:nvPr>
            <p:ph sz="quarter" idx="1"/>
            <p:extLst>
              <p:ext uri="{D42A27DB-BD31-4B8C-83A1-F6EECF244321}">
                <p14:modId xmlns:p14="http://schemas.microsoft.com/office/powerpoint/2010/main" val="844040173"/>
              </p:ext>
            </p:extLst>
          </p:nvPr>
        </p:nvGraphicFramePr>
        <p:xfrm>
          <a:off x="2043953" y="3160059"/>
          <a:ext cx="8153400" cy="265176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752600">
                  <a:extLst>
                    <a:ext uri="{9D8B030D-6E8A-4147-A177-3AD203B41FA5}">
                      <a16:colId xmlns:a16="http://schemas.microsoft.com/office/drawing/2014/main" val="20002"/>
                    </a:ext>
                  </a:extLst>
                </a:gridCol>
                <a:gridCol w="1752600">
                  <a:extLst>
                    <a:ext uri="{9D8B030D-6E8A-4147-A177-3AD203B41FA5}">
                      <a16:colId xmlns:a16="http://schemas.microsoft.com/office/drawing/2014/main" val="20003"/>
                    </a:ext>
                  </a:extLst>
                </a:gridCol>
              </a:tblGrid>
              <a:tr h="161290">
                <a:tc>
                  <a:txBody>
                    <a:bodyPr/>
                    <a:lstStyle/>
                    <a:p>
                      <a:endParaRPr lang="en-US" dirty="0">
                        <a:latin typeface="Calibri" panose="020F0502020204030204" pitchFamily="34" charset="0"/>
                        <a:cs typeface="Calibri" panose="020F0502020204030204" pitchFamily="34" charset="0"/>
                      </a:endParaRPr>
                    </a:p>
                  </a:txBody>
                  <a:tcPr>
                    <a:lnB w="12700" cap="flat" cmpd="sng" algn="ctr">
                      <a:solidFill>
                        <a:schemeClr val="tx1"/>
                      </a:solidFill>
                      <a:prstDash val="solid"/>
                      <a:round/>
                      <a:headEnd type="none" w="med" len="med"/>
                      <a:tailEnd type="none" w="med" len="med"/>
                    </a:lnB>
                  </a:tcPr>
                </a:tc>
                <a:tc>
                  <a:txBody>
                    <a:bodyPr/>
                    <a:lstStyle/>
                    <a:p>
                      <a:pPr algn="ctr"/>
                      <a:r>
                        <a:rPr lang="en-US" dirty="0">
                          <a:latin typeface="Calibri" panose="020F0502020204030204" pitchFamily="34" charset="0"/>
                          <a:cs typeface="Calibri" panose="020F0502020204030204" pitchFamily="34" charset="0"/>
                        </a:rPr>
                        <a:t>FY09</a:t>
                      </a:r>
                    </a:p>
                  </a:txBody>
                  <a:tcPr>
                    <a:lnB w="12700" cap="flat" cmpd="sng" algn="ctr">
                      <a:solidFill>
                        <a:schemeClr val="tx1"/>
                      </a:solidFill>
                      <a:prstDash val="solid"/>
                      <a:round/>
                      <a:headEnd type="none" w="med" len="med"/>
                      <a:tailEnd type="none" w="med" len="med"/>
                    </a:lnB>
                  </a:tcPr>
                </a:tc>
                <a:tc>
                  <a:txBody>
                    <a:bodyPr/>
                    <a:lstStyle/>
                    <a:p>
                      <a:pPr algn="ctr"/>
                      <a:r>
                        <a:rPr lang="en-US" dirty="0">
                          <a:latin typeface="Calibri" panose="020F0502020204030204" pitchFamily="34" charset="0"/>
                          <a:cs typeface="Calibri" panose="020F0502020204030204" pitchFamily="34" charset="0"/>
                        </a:rPr>
                        <a:t>FY14</a:t>
                      </a:r>
                    </a:p>
                  </a:txBody>
                  <a:tcPr>
                    <a:lnB w="12700" cap="flat" cmpd="sng" algn="ctr">
                      <a:solidFill>
                        <a:schemeClr val="tx1"/>
                      </a:solidFill>
                      <a:prstDash val="solid"/>
                      <a:round/>
                      <a:headEnd type="none" w="med" len="med"/>
                      <a:tailEnd type="none" w="med" len="med"/>
                    </a:lnB>
                  </a:tcPr>
                </a:tc>
                <a:tc>
                  <a:txBody>
                    <a:bodyPr/>
                    <a:lstStyle/>
                    <a:p>
                      <a:pPr algn="ctr"/>
                      <a:r>
                        <a:rPr lang="en-US" dirty="0">
                          <a:latin typeface="Calibri" panose="020F0502020204030204" pitchFamily="34" charset="0"/>
                          <a:cs typeface="Calibri" panose="020F0502020204030204" pitchFamily="34" charset="0"/>
                        </a:rPr>
                        <a:t>FY22</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61290">
                <a:tc>
                  <a:txBody>
                    <a:bodyPr/>
                    <a:lstStyle/>
                    <a:p>
                      <a:r>
                        <a:rPr lang="en-US" dirty="0">
                          <a:latin typeface="Calibri" panose="020F0502020204030204" pitchFamily="34" charset="0"/>
                          <a:cs typeface="Calibri" panose="020F0502020204030204" pitchFamily="34" charset="0"/>
                        </a:rPr>
                        <a:t>Number of studies</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US" dirty="0">
                          <a:latin typeface="Calibri" panose="020F0502020204030204" pitchFamily="34" charset="0"/>
                          <a:cs typeface="Calibri" panose="020F0502020204030204" pitchFamily="34" charset="0"/>
                        </a:rPr>
                        <a:t>1</a:t>
                      </a:r>
                    </a:p>
                  </a:txBody>
                  <a:tcPr>
                    <a:lnT w="12700" cap="flat" cmpd="sng" algn="ctr">
                      <a:solidFill>
                        <a:schemeClr val="tx1"/>
                      </a:solidFill>
                      <a:prstDash val="solid"/>
                      <a:round/>
                      <a:headEnd type="none" w="med" len="med"/>
                      <a:tailEnd type="none" w="med" len="med"/>
                    </a:lnT>
                  </a:tcPr>
                </a:tc>
                <a:tc>
                  <a:txBody>
                    <a:bodyPr/>
                    <a:lstStyle/>
                    <a:p>
                      <a:pPr algn="ctr"/>
                      <a:r>
                        <a:rPr lang="en-US" dirty="0">
                          <a:latin typeface="Calibri" panose="020F0502020204030204" pitchFamily="34" charset="0"/>
                          <a:cs typeface="Calibri" panose="020F0502020204030204" pitchFamily="34" charset="0"/>
                        </a:rPr>
                        <a:t>14</a:t>
                      </a:r>
                    </a:p>
                  </a:txBody>
                  <a:tcPr>
                    <a:lnT w="12700" cap="flat" cmpd="sng" algn="ctr">
                      <a:solidFill>
                        <a:schemeClr val="tx1"/>
                      </a:solidFill>
                      <a:prstDash val="solid"/>
                      <a:round/>
                      <a:headEnd type="none" w="med" len="med"/>
                      <a:tailEnd type="none" w="med" len="med"/>
                    </a:lnT>
                  </a:tcPr>
                </a:tc>
                <a:tc>
                  <a:txBody>
                    <a:bodyPr/>
                    <a:lstStyle/>
                    <a:p>
                      <a:pPr algn="ctr"/>
                      <a:r>
                        <a:rPr lang="en-US" dirty="0">
                          <a:latin typeface="Calibri" panose="020F0502020204030204" pitchFamily="34" charset="0"/>
                          <a:cs typeface="Calibri" panose="020F0502020204030204" pitchFamily="34" charset="0"/>
                        </a:rPr>
                        <a:t>18</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441960">
                <a:tc>
                  <a:txBody>
                    <a:bodyPr/>
                    <a:lstStyle/>
                    <a:p>
                      <a:r>
                        <a:rPr lang="en-US" dirty="0">
                          <a:latin typeface="Calibri" panose="020F0502020204030204" pitchFamily="34" charset="0"/>
                          <a:cs typeface="Calibri" panose="020F0502020204030204" pitchFamily="34" charset="0"/>
                        </a:rPr>
                        <a:t>Funds committed </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US" dirty="0">
                          <a:latin typeface="Calibri" panose="020F0502020204030204" pitchFamily="34" charset="0"/>
                          <a:cs typeface="Calibri" panose="020F0502020204030204" pitchFamily="34" charset="0"/>
                        </a:rPr>
                        <a:t>$257,600</a:t>
                      </a:r>
                    </a:p>
                  </a:txBody>
                  <a:tcPr>
                    <a:lnB w="12700" cap="flat" cmpd="sng" algn="ctr">
                      <a:solidFill>
                        <a:schemeClr val="tx1"/>
                      </a:solidFill>
                      <a:prstDash val="solid"/>
                      <a:round/>
                      <a:headEnd type="none" w="med" len="med"/>
                      <a:tailEnd type="none" w="med" len="med"/>
                    </a:lnB>
                  </a:tcPr>
                </a:tc>
                <a:tc>
                  <a:txBody>
                    <a:bodyPr/>
                    <a:lstStyle/>
                    <a:p>
                      <a:pPr algn="ctr"/>
                      <a:r>
                        <a:rPr lang="en-US" dirty="0">
                          <a:latin typeface="Calibri" panose="020F0502020204030204" pitchFamily="34" charset="0"/>
                          <a:cs typeface="Calibri" panose="020F0502020204030204" pitchFamily="34" charset="0"/>
                        </a:rPr>
                        <a:t>$2,460,000</a:t>
                      </a:r>
                    </a:p>
                  </a:txBody>
                  <a:tcPr>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latin typeface="Calibri" panose="020F0502020204030204" pitchFamily="34" charset="0"/>
                          <a:cs typeface="Calibri" panose="020F0502020204030204" pitchFamily="34" charset="0"/>
                        </a:rPr>
                        <a:t> $4,161,652 </a:t>
                      </a:r>
                    </a:p>
                    <a:p>
                      <a:pPr marL="0" marR="0" indent="0" algn="ctr" defTabSz="914400" rtl="0" eaLnBrk="1" fontAlgn="auto" latinLnBrk="0" hangingPunct="1">
                        <a:lnSpc>
                          <a:spcPct val="100000"/>
                        </a:lnSpc>
                        <a:spcBef>
                          <a:spcPts val="0"/>
                        </a:spcBef>
                        <a:spcAft>
                          <a:spcPts val="0"/>
                        </a:spcAft>
                        <a:buClrTx/>
                        <a:buSzTx/>
                        <a:buFontTx/>
                        <a:buNone/>
                        <a:tabLst/>
                        <a:defRPr/>
                      </a:pPr>
                      <a:endParaRPr lang="en-US" dirty="0">
                        <a:highlight>
                          <a:srgbClr val="FFFF00"/>
                        </a:highlight>
                        <a:latin typeface="Calibri" panose="020F0502020204030204" pitchFamily="34" charset="0"/>
                        <a:cs typeface="Calibri" panose="020F0502020204030204" pitchFamily="34" charset="0"/>
                      </a:endParaRP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61290">
                <a:tc>
                  <a:txBody>
                    <a:bodyPr/>
                    <a:lstStyle/>
                    <a:p>
                      <a:r>
                        <a:rPr lang="en-US" dirty="0">
                          <a:latin typeface="Calibri" panose="020F0502020204030204" pitchFamily="34" charset="0"/>
                          <a:cs typeface="Calibri" panose="020F0502020204030204" pitchFamily="34" charset="0"/>
                        </a:rPr>
                        <a:t>Centers </a:t>
                      </a:r>
                    </a:p>
                  </a:txBody>
                  <a:tcPr>
                    <a:lnT w="12700" cap="flat" cmpd="sng" algn="ctr">
                      <a:solidFill>
                        <a:schemeClr val="tx1"/>
                      </a:solidFill>
                      <a:prstDash val="solid"/>
                      <a:round/>
                      <a:headEnd type="none" w="med" len="med"/>
                      <a:tailEnd type="none" w="med" len="med"/>
                    </a:lnT>
                  </a:tcPr>
                </a:tc>
                <a:tc>
                  <a:txBody>
                    <a:bodyPr/>
                    <a:lstStyle/>
                    <a:p>
                      <a:pPr algn="ctr"/>
                      <a:r>
                        <a:rPr lang="en-US" dirty="0">
                          <a:latin typeface="Calibri" panose="020F0502020204030204" pitchFamily="34" charset="0"/>
                          <a:cs typeface="Calibri" panose="020F0502020204030204" pitchFamily="34" charset="0"/>
                        </a:rPr>
                        <a:t>0</a:t>
                      </a:r>
                    </a:p>
                  </a:txBody>
                  <a:tcPr>
                    <a:lnT w="12700" cap="flat" cmpd="sng" algn="ctr">
                      <a:solidFill>
                        <a:schemeClr val="tx1"/>
                      </a:solidFill>
                      <a:prstDash val="solid"/>
                      <a:round/>
                      <a:headEnd type="none" w="med" len="med"/>
                      <a:tailEnd type="none" w="med" len="med"/>
                    </a:lnT>
                  </a:tcPr>
                </a:tc>
                <a:tc>
                  <a:txBody>
                    <a:bodyPr/>
                    <a:lstStyle/>
                    <a:p>
                      <a:pPr algn="ctr"/>
                      <a:r>
                        <a:rPr lang="en-US" dirty="0">
                          <a:latin typeface="Calibri" panose="020F0502020204030204" pitchFamily="34" charset="0"/>
                          <a:cs typeface="Calibri" panose="020F0502020204030204" pitchFamily="34" charset="0"/>
                        </a:rPr>
                        <a:t>2</a:t>
                      </a:r>
                    </a:p>
                  </a:txBody>
                  <a:tcPr>
                    <a:lnT w="12700" cap="flat" cmpd="sng" algn="ctr">
                      <a:solidFill>
                        <a:schemeClr val="tx1"/>
                      </a:solidFill>
                      <a:prstDash val="solid"/>
                      <a:round/>
                      <a:headEnd type="none" w="med" len="med"/>
                      <a:tailEnd type="none" w="med" len="med"/>
                    </a:lnT>
                  </a:tcPr>
                </a:tc>
                <a:tc>
                  <a:txBody>
                    <a:bodyPr/>
                    <a:lstStyle/>
                    <a:p>
                      <a:pPr algn="ctr"/>
                      <a:r>
                        <a:rPr lang="en-US" dirty="0">
                          <a:latin typeface="Calibri" panose="020F0502020204030204" pitchFamily="34" charset="0"/>
                          <a:cs typeface="Calibri" panose="020F0502020204030204" pitchFamily="34" charset="0"/>
                        </a:rPr>
                        <a:t>3</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3"/>
                  </a:ext>
                </a:extLst>
              </a:tr>
              <a:tr h="161290">
                <a:tc>
                  <a:txBody>
                    <a:bodyPr/>
                    <a:lstStyle/>
                    <a:p>
                      <a:r>
                        <a:rPr lang="en-US" dirty="0">
                          <a:latin typeface="Calibri" panose="020F0502020204030204" pitchFamily="34" charset="0"/>
                          <a:cs typeface="Calibri" panose="020F0502020204030204" pitchFamily="34" charset="0"/>
                        </a:rPr>
                        <a:t>Number of</a:t>
                      </a:r>
                      <a:r>
                        <a:rPr lang="en-US" baseline="0" dirty="0">
                          <a:latin typeface="Calibri" panose="020F0502020204030204" pitchFamily="34" charset="0"/>
                          <a:cs typeface="Calibri" panose="020F0502020204030204" pitchFamily="34" charset="0"/>
                        </a:rPr>
                        <a:t> funded CDAs with homelessness  as primary focus</a:t>
                      </a:r>
                      <a:endParaRPr lang="en-US" dirty="0">
                        <a:latin typeface="Calibri" panose="020F0502020204030204" pitchFamily="34" charset="0"/>
                        <a:cs typeface="Calibri" panose="020F0502020204030204" pitchFamily="34" charset="0"/>
                      </a:endParaRPr>
                    </a:p>
                  </a:txBody>
                  <a:tcPr/>
                </a:tc>
                <a:tc>
                  <a:txBody>
                    <a:bodyPr/>
                    <a:lstStyle/>
                    <a:p>
                      <a:pPr algn="ctr"/>
                      <a:endParaRPr lang="en-US" dirty="0">
                        <a:latin typeface="Calibri" panose="020F0502020204030204" pitchFamily="34" charset="0"/>
                        <a:cs typeface="Calibri" panose="020F0502020204030204" pitchFamily="34" charset="0"/>
                      </a:endParaRPr>
                    </a:p>
                    <a:p>
                      <a:pPr algn="ctr"/>
                      <a:r>
                        <a:rPr lang="en-US" dirty="0">
                          <a:latin typeface="Calibri" panose="020F0502020204030204" pitchFamily="34" charset="0"/>
                          <a:cs typeface="Calibri" panose="020F0502020204030204" pitchFamily="34" charset="0"/>
                        </a:rPr>
                        <a:t>0</a:t>
                      </a:r>
                    </a:p>
                  </a:txBody>
                  <a:tcPr/>
                </a:tc>
                <a:tc>
                  <a:txBody>
                    <a:bodyPr/>
                    <a:lstStyle/>
                    <a:p>
                      <a:pPr algn="ctr"/>
                      <a:endParaRPr lang="en-US" dirty="0">
                        <a:latin typeface="Calibri" panose="020F0502020204030204" pitchFamily="34" charset="0"/>
                        <a:cs typeface="Calibri" panose="020F0502020204030204" pitchFamily="34" charset="0"/>
                      </a:endParaRPr>
                    </a:p>
                    <a:p>
                      <a:pPr algn="ctr"/>
                      <a:r>
                        <a:rPr lang="en-US" dirty="0">
                          <a:latin typeface="Calibri" panose="020F0502020204030204" pitchFamily="34" charset="0"/>
                          <a:cs typeface="Calibri" panose="020F0502020204030204" pitchFamily="34" charset="0"/>
                        </a:rPr>
                        <a:t>2</a:t>
                      </a:r>
                    </a:p>
                  </a:txBody>
                  <a:tcPr/>
                </a:tc>
                <a:tc>
                  <a:txBody>
                    <a:bodyPr/>
                    <a:lstStyle/>
                    <a:p>
                      <a:pPr algn="ctr"/>
                      <a:endParaRPr lang="en-US" dirty="0">
                        <a:latin typeface="Calibri" panose="020F0502020204030204" pitchFamily="34" charset="0"/>
                        <a:cs typeface="Calibri" panose="020F0502020204030204" pitchFamily="34" charset="0"/>
                      </a:endParaRPr>
                    </a:p>
                    <a:p>
                      <a:pPr algn="ctr"/>
                      <a:r>
                        <a:rPr lang="en-US" dirty="0">
                          <a:latin typeface="Calibri" panose="020F0502020204030204" pitchFamily="34" charset="0"/>
                          <a:cs typeface="Calibri" panose="020F0502020204030204" pitchFamily="34" charset="0"/>
                        </a:rPr>
                        <a:t>3</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1544696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sz="2800" i="1" dirty="0"/>
              <a:t>What we are investigating in ongoing studies on homelessness</a:t>
            </a:r>
          </a:p>
        </p:txBody>
      </p:sp>
      <p:sp>
        <p:nvSpPr>
          <p:cNvPr id="3" name="Content Placeholder 2"/>
          <p:cNvSpPr>
            <a:spLocks noGrp="1"/>
          </p:cNvSpPr>
          <p:nvPr>
            <p:ph sz="quarter" idx="1"/>
          </p:nvPr>
        </p:nvSpPr>
        <p:spPr>
          <a:xfrm>
            <a:off x="591671" y="1138519"/>
            <a:ext cx="10757647" cy="4845424"/>
          </a:xfrm>
        </p:spPr>
        <p:txBody>
          <a:bodyPr/>
          <a:lstStyle/>
          <a:p>
            <a:r>
              <a:rPr lang="en-US" sz="1800" b="1" dirty="0">
                <a:solidFill>
                  <a:srgbClr val="000000"/>
                </a:solidFill>
                <a:latin typeface="Calibri" panose="020F0502020204030204" pitchFamily="34" charset="0"/>
                <a:cs typeface="Calibri" panose="020F0502020204030204" pitchFamily="34" charset="0"/>
              </a:rPr>
              <a:t>Primary Care </a:t>
            </a:r>
            <a:r>
              <a:rPr lang="en-US" sz="1800" dirty="0">
                <a:solidFill>
                  <a:srgbClr val="000000"/>
                </a:solidFill>
                <a:latin typeface="Calibri" panose="020F0502020204030204" pitchFamily="34" charset="0"/>
                <a:cs typeface="Calibri" panose="020F0502020204030204" pitchFamily="34" charset="0"/>
              </a:rPr>
              <a:t>Quality and Homeless Service Tailoring. Stefan Kertesz, Birmingham, AL</a:t>
            </a:r>
          </a:p>
          <a:p>
            <a:r>
              <a:rPr lang="en-US" sz="1800" dirty="0">
                <a:solidFill>
                  <a:srgbClr val="000000"/>
                </a:solidFill>
                <a:latin typeface="Calibri" panose="020F0502020204030204" pitchFamily="34" charset="0"/>
                <a:cs typeface="Calibri" panose="020F0502020204030204" pitchFamily="34" charset="0"/>
              </a:rPr>
              <a:t>Capturing the Dynamics of Homelessness through Ethnography and </a:t>
            </a:r>
            <a:r>
              <a:rPr lang="en-US" sz="1800" b="1" dirty="0">
                <a:solidFill>
                  <a:srgbClr val="000000"/>
                </a:solidFill>
                <a:latin typeface="Calibri" panose="020F0502020204030204" pitchFamily="34" charset="0"/>
                <a:cs typeface="Calibri" panose="020F0502020204030204" pitchFamily="34" charset="0"/>
              </a:rPr>
              <a:t>Mobile Technology</a:t>
            </a:r>
            <a:r>
              <a:rPr lang="en-US" sz="1800" dirty="0">
                <a:solidFill>
                  <a:srgbClr val="000000"/>
                </a:solidFill>
                <a:latin typeface="Calibri" panose="020F0502020204030204" pitchFamily="34" charset="0"/>
                <a:cs typeface="Calibri" panose="020F0502020204030204" pitchFamily="34" charset="0"/>
              </a:rPr>
              <a:t>. Donald McInnes, Bedford, MA </a:t>
            </a:r>
          </a:p>
          <a:p>
            <a:r>
              <a:rPr lang="en-US" sz="1800" dirty="0">
                <a:solidFill>
                  <a:srgbClr val="000000"/>
                </a:solidFill>
                <a:latin typeface="Calibri" panose="020F0502020204030204" pitchFamily="34" charset="0"/>
                <a:cs typeface="Calibri" panose="020F0502020204030204" pitchFamily="34" charset="0"/>
              </a:rPr>
              <a:t>Measuring the impact of the </a:t>
            </a:r>
            <a:r>
              <a:rPr lang="en-US" sz="1800" b="1" dirty="0">
                <a:solidFill>
                  <a:srgbClr val="000000"/>
                </a:solidFill>
                <a:latin typeface="Calibri" panose="020F0502020204030204" pitchFamily="34" charset="0"/>
                <a:cs typeface="Calibri" panose="020F0502020204030204" pitchFamily="34" charset="0"/>
              </a:rPr>
              <a:t>Supportive Services for Veteran Families </a:t>
            </a:r>
            <a:r>
              <a:rPr lang="en-US" sz="1800" dirty="0">
                <a:solidFill>
                  <a:srgbClr val="000000"/>
                </a:solidFill>
                <a:latin typeface="Calibri" panose="020F0502020204030204" pitchFamily="34" charset="0"/>
                <a:cs typeface="Calibri" panose="020F0502020204030204" pitchFamily="34" charset="0"/>
              </a:rPr>
              <a:t>(SSVF) on Veteran outcomes. Richard Nelson, Salt Lake City, UT</a:t>
            </a:r>
            <a:r>
              <a:rPr lang="en-US" sz="1800" dirty="0">
                <a:latin typeface="Calibri" panose="020F0502020204030204" pitchFamily="34" charset="0"/>
                <a:cs typeface="Calibri" panose="020F0502020204030204" pitchFamily="34" charset="0"/>
              </a:rPr>
              <a:t> </a:t>
            </a:r>
            <a:endParaRPr lang="en-US" sz="1800" dirty="0">
              <a:solidFill>
                <a:srgbClr val="000000"/>
              </a:solidFill>
              <a:latin typeface="Calibri" panose="020F0502020204030204" pitchFamily="34" charset="0"/>
              <a:cs typeface="Calibri" panose="020F0502020204030204" pitchFamily="34" charset="0"/>
            </a:endParaRPr>
          </a:p>
          <a:p>
            <a:r>
              <a:rPr lang="en-US" sz="1800" dirty="0">
                <a:solidFill>
                  <a:srgbClr val="000000"/>
                </a:solidFill>
                <a:latin typeface="Calibri" panose="020F0502020204030204" pitchFamily="34" charset="0"/>
                <a:cs typeface="Calibri" panose="020F0502020204030204" pitchFamily="34" charset="0"/>
              </a:rPr>
              <a:t>Implementing and sustaining Critical Time Intervention (CTI) in </a:t>
            </a:r>
            <a:r>
              <a:rPr lang="en-US" sz="1800" b="1" dirty="0">
                <a:solidFill>
                  <a:srgbClr val="000000"/>
                </a:solidFill>
                <a:latin typeface="Calibri" panose="020F0502020204030204" pitchFamily="34" charset="0"/>
                <a:cs typeface="Calibri" panose="020F0502020204030204" pitchFamily="34" charset="0"/>
              </a:rPr>
              <a:t>case management </a:t>
            </a:r>
            <a:r>
              <a:rPr lang="en-US" sz="1800" dirty="0">
                <a:solidFill>
                  <a:srgbClr val="000000"/>
                </a:solidFill>
                <a:latin typeface="Calibri" panose="020F0502020204030204" pitchFamily="34" charset="0"/>
                <a:cs typeface="Calibri" panose="020F0502020204030204" pitchFamily="34" charset="0"/>
              </a:rPr>
              <a:t>programs for homeless-experienced Veterans.  Sonya Gabrielian, West Los Angeles, CA</a:t>
            </a:r>
            <a:r>
              <a:rPr lang="en-US" sz="1800" dirty="0">
                <a:latin typeface="Calibri" panose="020F0502020204030204" pitchFamily="34" charset="0"/>
                <a:cs typeface="Calibri" panose="020F0502020204030204" pitchFamily="34" charset="0"/>
              </a:rPr>
              <a:t> </a:t>
            </a:r>
            <a:endParaRPr lang="en-US" sz="1800" dirty="0">
              <a:solidFill>
                <a:srgbClr val="000000"/>
              </a:solidFill>
              <a:latin typeface="Calibri" panose="020F0502020204030204" pitchFamily="34" charset="0"/>
              <a:cs typeface="Calibri" panose="020F0502020204030204" pitchFamily="34" charset="0"/>
            </a:endParaRPr>
          </a:p>
          <a:p>
            <a:r>
              <a:rPr lang="en-US" sz="1800" dirty="0">
                <a:solidFill>
                  <a:srgbClr val="000000"/>
                </a:solidFill>
                <a:latin typeface="Calibri" panose="020F0502020204030204" pitchFamily="34" charset="0"/>
                <a:cs typeface="Calibri" panose="020F0502020204030204" pitchFamily="34" charset="0"/>
              </a:rPr>
              <a:t>Using </a:t>
            </a:r>
            <a:r>
              <a:rPr lang="en-US" sz="1800" b="1" dirty="0">
                <a:solidFill>
                  <a:srgbClr val="000000"/>
                </a:solidFill>
                <a:latin typeface="Calibri" panose="020F0502020204030204" pitchFamily="34" charset="0"/>
                <a:cs typeface="Calibri" panose="020F0502020204030204" pitchFamily="34" charset="0"/>
              </a:rPr>
              <a:t>Data Analytics and Targeted Whole Health Coaching </a:t>
            </a:r>
            <a:r>
              <a:rPr lang="en-US" sz="1800" dirty="0">
                <a:solidFill>
                  <a:srgbClr val="000000"/>
                </a:solidFill>
                <a:latin typeface="Calibri" panose="020F0502020204030204" pitchFamily="34" charset="0"/>
                <a:cs typeface="Calibri" panose="020F0502020204030204" pitchFamily="34" charset="0"/>
              </a:rPr>
              <a:t>to Reduce Frequent Utilization of Acute Care among Homeless Veterans. Daniel Blonigen, Palo Alto, CA</a:t>
            </a:r>
            <a:r>
              <a:rPr lang="en-US" sz="1800" dirty="0">
                <a:latin typeface="Calibri" panose="020F0502020204030204" pitchFamily="34" charset="0"/>
                <a:cs typeface="Calibri" panose="020F0502020204030204" pitchFamily="34" charset="0"/>
              </a:rPr>
              <a:t> </a:t>
            </a:r>
            <a:endParaRPr lang="en-US" sz="1800" dirty="0">
              <a:solidFill>
                <a:srgbClr val="000000"/>
              </a:solidFill>
              <a:latin typeface="Calibri" panose="020F0502020204030204" pitchFamily="34" charset="0"/>
              <a:cs typeface="Calibri" panose="020F0502020204030204" pitchFamily="34" charset="0"/>
            </a:endParaRPr>
          </a:p>
          <a:p>
            <a:r>
              <a:rPr lang="en-US" sz="1800" dirty="0">
                <a:solidFill>
                  <a:srgbClr val="000000"/>
                </a:solidFill>
                <a:latin typeface="Calibri" panose="020F0502020204030204" pitchFamily="34" charset="0"/>
                <a:cs typeface="Calibri" panose="020F0502020204030204" pitchFamily="34" charset="0"/>
              </a:rPr>
              <a:t>The Enduring Effects of </a:t>
            </a:r>
            <a:r>
              <a:rPr lang="en-US" sz="1800" b="1" dirty="0">
                <a:solidFill>
                  <a:srgbClr val="000000"/>
                </a:solidFill>
                <a:latin typeface="Calibri" panose="020F0502020204030204" pitchFamily="34" charset="0"/>
                <a:cs typeface="Calibri" panose="020F0502020204030204" pitchFamily="34" charset="0"/>
              </a:rPr>
              <a:t>COVID-19</a:t>
            </a:r>
            <a:r>
              <a:rPr lang="en-US" sz="1800" dirty="0">
                <a:solidFill>
                  <a:srgbClr val="000000"/>
                </a:solidFill>
                <a:latin typeface="Calibri" panose="020F0502020204030204" pitchFamily="34" charset="0"/>
                <a:cs typeface="Calibri" panose="020F0502020204030204" pitchFamily="34" charset="0"/>
              </a:rPr>
              <a:t> Infection on Psychological Factors, Cognition, and Social Integration in Recently Homeless Veterans. Jonathan Wynn, West Los Angeles, CA</a:t>
            </a:r>
            <a:r>
              <a:rPr lang="en-US" sz="1800" dirty="0">
                <a:latin typeface="Calibri" panose="020F0502020204030204" pitchFamily="34" charset="0"/>
                <a:cs typeface="Calibri" panose="020F0502020204030204" pitchFamily="34" charset="0"/>
              </a:rPr>
              <a:t> </a:t>
            </a:r>
          </a:p>
          <a:p>
            <a:r>
              <a:rPr lang="en-US" sz="1800" b="1" dirty="0">
                <a:solidFill>
                  <a:srgbClr val="000000"/>
                </a:solidFill>
                <a:latin typeface="Calibri" panose="020F0502020204030204" pitchFamily="34" charset="0"/>
                <a:cs typeface="Calibri" panose="020F0502020204030204" pitchFamily="34" charset="0"/>
              </a:rPr>
              <a:t>Medical-legal partnerships </a:t>
            </a:r>
            <a:r>
              <a:rPr lang="en-US" sz="1800" dirty="0">
                <a:solidFill>
                  <a:srgbClr val="000000"/>
                </a:solidFill>
                <a:latin typeface="Calibri" panose="020F0502020204030204" pitchFamily="34" charset="0"/>
                <a:cs typeface="Calibri" panose="020F0502020204030204" pitchFamily="34" charset="0"/>
              </a:rPr>
              <a:t>to prevent evictions and homelessness among Veterans. Marc Rosen, West Haven, CT</a:t>
            </a:r>
            <a:r>
              <a:rPr lang="en-US" sz="1800" dirty="0">
                <a:latin typeface="Calibri" panose="020F0502020204030204" pitchFamily="34" charset="0"/>
                <a:cs typeface="Calibri" panose="020F0502020204030204" pitchFamily="34" charset="0"/>
              </a:rPr>
              <a:t> </a:t>
            </a:r>
          </a:p>
          <a:p>
            <a:r>
              <a:rPr lang="en-US" sz="1800" dirty="0">
                <a:solidFill>
                  <a:srgbClr val="000000"/>
                </a:solidFill>
                <a:latin typeface="Calibri" panose="020F0502020204030204" pitchFamily="34" charset="0"/>
                <a:cs typeface="Calibri" panose="020F0502020204030204" pitchFamily="34" charset="0"/>
              </a:rPr>
              <a:t>Adapting and Pilot Testing a </a:t>
            </a:r>
            <a:r>
              <a:rPr lang="en-US" sz="1800" b="1" dirty="0">
                <a:solidFill>
                  <a:srgbClr val="000000"/>
                </a:solidFill>
                <a:latin typeface="Calibri" panose="020F0502020204030204" pitchFamily="34" charset="0"/>
                <a:cs typeface="Calibri" panose="020F0502020204030204" pitchFamily="34" charset="0"/>
              </a:rPr>
              <a:t>Group Intervention </a:t>
            </a:r>
            <a:r>
              <a:rPr lang="en-US" sz="1800" dirty="0">
                <a:solidFill>
                  <a:srgbClr val="000000"/>
                </a:solidFill>
                <a:latin typeface="Calibri" panose="020F0502020204030204" pitchFamily="34" charset="0"/>
                <a:cs typeface="Calibri" panose="020F0502020204030204" pitchFamily="34" charset="0"/>
              </a:rPr>
              <a:t>to Promote Adaptive Decision Making in Homeless-Experienced Veterans with </a:t>
            </a:r>
            <a:r>
              <a:rPr lang="en-US" sz="1800" b="1" dirty="0">
                <a:solidFill>
                  <a:srgbClr val="000000"/>
                </a:solidFill>
                <a:latin typeface="Calibri" panose="020F0502020204030204" pitchFamily="34" charset="0"/>
                <a:cs typeface="Calibri" panose="020F0502020204030204" pitchFamily="34" charset="0"/>
              </a:rPr>
              <a:t>Serious Mental Illness</a:t>
            </a:r>
            <a:r>
              <a:rPr lang="en-US" sz="1800" dirty="0">
                <a:solidFill>
                  <a:srgbClr val="000000"/>
                </a:solidFill>
                <a:latin typeface="Calibri" panose="020F0502020204030204" pitchFamily="34" charset="0"/>
                <a:cs typeface="Calibri" panose="020F0502020204030204" pitchFamily="34" charset="0"/>
              </a:rPr>
              <a:t>.  Jared Greenberg, West Los Angeles, CA </a:t>
            </a:r>
          </a:p>
        </p:txBody>
      </p:sp>
    </p:spTree>
    <p:extLst>
      <p:ext uri="{BB962C8B-B14F-4D97-AF65-F5344CB8AC3E}">
        <p14:creationId xmlns:p14="http://schemas.microsoft.com/office/powerpoint/2010/main" val="13652754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Disparities Research In VA</a:t>
            </a:r>
          </a:p>
        </p:txBody>
      </p:sp>
      <p:sp>
        <p:nvSpPr>
          <p:cNvPr id="3" name="Content Placeholder 2"/>
          <p:cNvSpPr>
            <a:spLocks noGrp="1"/>
          </p:cNvSpPr>
          <p:nvPr>
            <p:ph idx="1"/>
          </p:nvPr>
        </p:nvSpPr>
        <p:spPr>
          <a:xfrm>
            <a:off x="618565" y="1108364"/>
            <a:ext cx="11187953" cy="5043054"/>
          </a:xfrm>
        </p:spPr>
        <p:txBody>
          <a:bodyPr>
            <a:normAutofit/>
          </a:bodyPr>
          <a:lstStyle/>
          <a:p>
            <a:r>
              <a:rPr lang="en-US" sz="2400" dirty="0"/>
              <a:t>VA is a good laboratory for studying disparities because it removes dominant role of coverage and access</a:t>
            </a:r>
          </a:p>
          <a:p>
            <a:r>
              <a:rPr lang="en-US" sz="2400" dirty="0"/>
              <a:t>33% of all VA users are from underserved populations; 43% of women users are from underserved populations </a:t>
            </a:r>
          </a:p>
          <a:p>
            <a:r>
              <a:rPr lang="en-US" sz="2400" dirty="0"/>
              <a:t>Interest in other sources of disparities including rurality, disability, gender and sexual orientation</a:t>
            </a:r>
          </a:p>
          <a:p>
            <a:r>
              <a:rPr lang="en-US" sz="2400" dirty="0"/>
              <a:t>National system with 171 medical centers and 1,113 outpatient sites allows us to examine variations by facilities, populations served, regional differences</a:t>
            </a:r>
          </a:p>
          <a:p>
            <a:r>
              <a:rPr lang="en-US" sz="2400" dirty="0"/>
              <a:t>Annual surveys of satisfaction, robust set of performance measures</a:t>
            </a:r>
          </a:p>
          <a:p>
            <a:endParaRPr lang="en-US" sz="2400" dirty="0"/>
          </a:p>
          <a:p>
            <a:endParaRPr lang="en-US" dirty="0"/>
          </a:p>
        </p:txBody>
      </p:sp>
      <p:sp>
        <p:nvSpPr>
          <p:cNvPr id="4" name="Slide Number Placeholder 3"/>
          <p:cNvSpPr>
            <a:spLocks noGrp="1"/>
          </p:cNvSpPr>
          <p:nvPr>
            <p:ph type="sldNum" sz="quarter" idx="10"/>
          </p:nvPr>
        </p:nvSpPr>
        <p:spPr/>
        <p:txBody>
          <a:bodyPr/>
          <a:lstStyle/>
          <a:p>
            <a:fld id="{9B27D237-6C0D-5549-BE11-2040A22CBC71}" type="slidenum">
              <a:rPr lang="en-US" smtClean="0"/>
              <a:pPr/>
              <a:t>16</a:t>
            </a:fld>
            <a:endParaRPr lang="en-US" dirty="0"/>
          </a:p>
        </p:txBody>
      </p:sp>
    </p:spTree>
    <p:extLst>
      <p:ext uri="{BB962C8B-B14F-4D97-AF65-F5344CB8AC3E}">
        <p14:creationId xmlns:p14="http://schemas.microsoft.com/office/powerpoint/2010/main" val="24396524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Disparities Research In VA</a:t>
            </a:r>
          </a:p>
        </p:txBody>
      </p:sp>
      <p:sp>
        <p:nvSpPr>
          <p:cNvPr id="3" name="Content Placeholder 2"/>
          <p:cNvSpPr>
            <a:spLocks noGrp="1"/>
          </p:cNvSpPr>
          <p:nvPr>
            <p:ph idx="1"/>
          </p:nvPr>
        </p:nvSpPr>
        <p:spPr>
          <a:xfrm>
            <a:off x="591671" y="1108364"/>
            <a:ext cx="10784541" cy="5043054"/>
          </a:xfrm>
        </p:spPr>
        <p:txBody>
          <a:bodyPr>
            <a:normAutofit/>
          </a:bodyPr>
          <a:lstStyle/>
          <a:p>
            <a:r>
              <a:rPr lang="en-US" sz="2400" dirty="0"/>
              <a:t>Nearly 500 studies conducted of health disparities in VA</a:t>
            </a:r>
          </a:p>
          <a:p>
            <a:r>
              <a:rPr lang="en-US" sz="2400" b="1" dirty="0"/>
              <a:t>Patient</a:t>
            </a:r>
            <a:r>
              <a:rPr lang="en-US" sz="2400" dirty="0"/>
              <a:t>:</a:t>
            </a:r>
          </a:p>
          <a:p>
            <a:pPr lvl="1"/>
            <a:r>
              <a:rPr lang="en-US" dirty="0"/>
              <a:t>Preferences/attitudes/beliefs/behaviors</a:t>
            </a:r>
            <a:r>
              <a:rPr lang="en-US" sz="2200" dirty="0"/>
              <a:t>, trust,  decision-making, health-literacy, and perceived discrimination</a:t>
            </a:r>
          </a:p>
          <a:p>
            <a:r>
              <a:rPr lang="en-US" sz="2400" b="1" dirty="0"/>
              <a:t>Provider</a:t>
            </a:r>
            <a:r>
              <a:rPr lang="en-US" sz="2400" dirty="0"/>
              <a:t>:</a:t>
            </a:r>
          </a:p>
          <a:p>
            <a:pPr lvl="1"/>
            <a:r>
              <a:rPr lang="en-US" dirty="0"/>
              <a:t>Patient-provider communication, implicit bias, cultural competency</a:t>
            </a:r>
          </a:p>
          <a:p>
            <a:pPr lvl="1"/>
            <a:r>
              <a:rPr lang="en-US" dirty="0"/>
              <a:t>Decision making</a:t>
            </a:r>
          </a:p>
          <a:p>
            <a:r>
              <a:rPr lang="en-US" sz="2400" b="1" dirty="0"/>
              <a:t>System</a:t>
            </a:r>
            <a:r>
              <a:rPr lang="en-US" sz="2400" dirty="0"/>
              <a:t>:</a:t>
            </a:r>
          </a:p>
          <a:p>
            <a:pPr lvl="1"/>
            <a:r>
              <a:rPr lang="en-US" dirty="0"/>
              <a:t>Access, patient-centered care</a:t>
            </a:r>
          </a:p>
          <a:p>
            <a:r>
              <a:rPr lang="en-US" sz="2400" b="1" dirty="0"/>
              <a:t>Community/Environment</a:t>
            </a:r>
            <a:r>
              <a:rPr lang="en-US" sz="2400" dirty="0"/>
              <a:t>: </a:t>
            </a:r>
          </a:p>
          <a:p>
            <a:pPr lvl="1"/>
            <a:r>
              <a:rPr lang="en-US" dirty="0"/>
              <a:t> Social determinants of health</a:t>
            </a:r>
          </a:p>
          <a:p>
            <a:endParaRPr lang="en-US" sz="2400" dirty="0"/>
          </a:p>
          <a:p>
            <a:endParaRPr lang="en-US" dirty="0"/>
          </a:p>
        </p:txBody>
      </p:sp>
      <p:sp>
        <p:nvSpPr>
          <p:cNvPr id="4" name="Slide Number Placeholder 3"/>
          <p:cNvSpPr>
            <a:spLocks noGrp="1"/>
          </p:cNvSpPr>
          <p:nvPr>
            <p:ph type="sldNum" sz="quarter" idx="10"/>
          </p:nvPr>
        </p:nvSpPr>
        <p:spPr/>
        <p:txBody>
          <a:bodyPr/>
          <a:lstStyle/>
          <a:p>
            <a:fld id="{9B27D237-6C0D-5549-BE11-2040A22CBC71}" type="slidenum">
              <a:rPr lang="en-US" smtClean="0"/>
              <a:pPr/>
              <a:t>17</a:t>
            </a:fld>
            <a:endParaRPr lang="en-US" dirty="0"/>
          </a:p>
        </p:txBody>
      </p:sp>
    </p:spTree>
    <p:extLst>
      <p:ext uri="{BB962C8B-B14F-4D97-AF65-F5344CB8AC3E}">
        <p14:creationId xmlns:p14="http://schemas.microsoft.com/office/powerpoint/2010/main" val="19115258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Update on Prevalence of and Interventions to Reduce Racial and Ethnic Disparities in VA (2017)</a:t>
            </a:r>
          </a:p>
        </p:txBody>
      </p:sp>
      <p:sp>
        <p:nvSpPr>
          <p:cNvPr id="3" name="Content Placeholder 2"/>
          <p:cNvSpPr>
            <a:spLocks noGrp="1"/>
          </p:cNvSpPr>
          <p:nvPr>
            <p:ph sz="quarter" idx="1"/>
          </p:nvPr>
        </p:nvSpPr>
        <p:spPr>
          <a:xfrm>
            <a:off x="1201270" y="1118973"/>
            <a:ext cx="9789459" cy="4620054"/>
          </a:xfrm>
        </p:spPr>
        <p:txBody>
          <a:bodyPr>
            <a:normAutofit/>
          </a:bodyPr>
          <a:lstStyle/>
          <a:p>
            <a:pPr marL="0" indent="0">
              <a:spcBef>
                <a:spcPts val="0"/>
              </a:spcBef>
              <a:buNone/>
              <a:defRPr/>
            </a:pPr>
            <a:endParaRPr lang="en-US" sz="1400" dirty="0"/>
          </a:p>
          <a:p>
            <a:pPr marL="274320" indent="-274320">
              <a:spcBef>
                <a:spcPts val="0"/>
              </a:spcBef>
              <a:buFont typeface="Tahoma" pitchFamily="34" charset="0"/>
              <a:buChar char="•"/>
              <a:defRPr/>
            </a:pPr>
            <a:r>
              <a:rPr lang="en-US" dirty="0"/>
              <a:t>Studies examining the prevalence of disparities in Veterans of color were the most highly represented, followed by studies examining disparities in women, and in Veterans with a mental health condition</a:t>
            </a:r>
          </a:p>
          <a:p>
            <a:pPr marL="274320" indent="-274320">
              <a:spcBef>
                <a:spcPts val="0"/>
              </a:spcBef>
              <a:buFont typeface="Tahoma" pitchFamily="34" charset="0"/>
              <a:buChar char="•"/>
              <a:defRPr/>
            </a:pPr>
            <a:endParaRPr lang="en-US" dirty="0"/>
          </a:p>
          <a:p>
            <a:pPr marL="274320" indent="-274320">
              <a:spcBef>
                <a:spcPts val="0"/>
              </a:spcBef>
              <a:buFont typeface="Tahoma" pitchFamily="34" charset="0"/>
              <a:buChar char="•"/>
              <a:defRPr/>
            </a:pPr>
            <a:r>
              <a:rPr lang="en-US" dirty="0"/>
              <a:t>Very few studies examined disparities related to LGBT identity or homelessness, and only a limited number of studies examined the impact of socioeconomic status on utilization, health, or quality of care </a:t>
            </a:r>
          </a:p>
          <a:p>
            <a:pPr marL="274320" indent="-274320">
              <a:spcBef>
                <a:spcPts val="0"/>
              </a:spcBef>
              <a:buFont typeface="Tahoma" pitchFamily="34" charset="0"/>
              <a:buChar char="•"/>
              <a:defRPr/>
            </a:pPr>
            <a:endParaRPr lang="en-US" dirty="0"/>
          </a:p>
          <a:p>
            <a:pPr marL="274320" indent="-274320">
              <a:spcBef>
                <a:spcPts val="0"/>
              </a:spcBef>
              <a:buFont typeface="Tahoma" pitchFamily="34" charset="0"/>
              <a:buChar char="•"/>
              <a:defRPr/>
            </a:pPr>
            <a:r>
              <a:rPr lang="en-US" dirty="0"/>
              <a:t>Disparities findings varied widely by population and outcome</a:t>
            </a:r>
          </a:p>
        </p:txBody>
      </p:sp>
    </p:spTree>
    <p:extLst>
      <p:ext uri="{BB962C8B-B14F-4D97-AF65-F5344CB8AC3E}">
        <p14:creationId xmlns:p14="http://schemas.microsoft.com/office/powerpoint/2010/main" val="41313825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45CE3-3C03-4071-ABAF-FE2B9EFED99A}"/>
              </a:ext>
            </a:extLst>
          </p:cNvPr>
          <p:cNvSpPr>
            <a:spLocks noGrp="1"/>
          </p:cNvSpPr>
          <p:nvPr>
            <p:ph type="title"/>
          </p:nvPr>
        </p:nvSpPr>
        <p:spPr/>
        <p:txBody>
          <a:bodyPr>
            <a:normAutofit/>
          </a:bodyPr>
          <a:lstStyle/>
          <a:p>
            <a:r>
              <a:rPr lang="en-US" sz="2800" dirty="0"/>
              <a:t>Research Solicitation on Social Determinants of Health</a:t>
            </a:r>
          </a:p>
        </p:txBody>
      </p:sp>
      <p:sp>
        <p:nvSpPr>
          <p:cNvPr id="3" name="Content Placeholder 2">
            <a:extLst>
              <a:ext uri="{FF2B5EF4-FFF2-40B4-BE49-F238E27FC236}">
                <a16:creationId xmlns:a16="http://schemas.microsoft.com/office/drawing/2014/main" id="{DAABDBBC-A60B-42C9-AB6B-7ACC8E241C3E}"/>
              </a:ext>
            </a:extLst>
          </p:cNvPr>
          <p:cNvSpPr>
            <a:spLocks noGrp="1"/>
          </p:cNvSpPr>
          <p:nvPr>
            <p:ph idx="1"/>
          </p:nvPr>
        </p:nvSpPr>
        <p:spPr>
          <a:xfrm>
            <a:off x="497541" y="1457326"/>
            <a:ext cx="11161059" cy="4409638"/>
          </a:xfrm>
        </p:spPr>
        <p:txBody>
          <a:bodyPr>
            <a:normAutofit/>
          </a:bodyPr>
          <a:lstStyle/>
          <a:p>
            <a:r>
              <a:rPr lang="en-US" sz="2400" dirty="0"/>
              <a:t>Was released in 2021 </a:t>
            </a:r>
          </a:p>
          <a:p>
            <a:r>
              <a:rPr lang="en-US" sz="2400" dirty="0"/>
              <a:t>Wanted to expand focus beyond medical needs and medical services as cause or solution of disparities</a:t>
            </a:r>
          </a:p>
          <a:p>
            <a:r>
              <a:rPr lang="en-US" sz="2400" dirty="0"/>
              <a:t>Encouraged studies that would:</a:t>
            </a:r>
          </a:p>
          <a:p>
            <a:pPr lvl="1"/>
            <a:r>
              <a:rPr lang="en-US" sz="2000" dirty="0"/>
              <a:t>Increase recognition of SDOH in clinical setting</a:t>
            </a:r>
          </a:p>
          <a:p>
            <a:pPr lvl="1"/>
            <a:r>
              <a:rPr lang="en-US" sz="2000" dirty="0"/>
              <a:t>Improve understanding of how SDOH contributes to adverse health outcomes</a:t>
            </a:r>
          </a:p>
          <a:p>
            <a:pPr lvl="1"/>
            <a:r>
              <a:rPr lang="en-US" sz="2000" dirty="0"/>
              <a:t>Increase services to address SDOH </a:t>
            </a:r>
          </a:p>
          <a:p>
            <a:pPr lvl="1"/>
            <a:r>
              <a:rPr lang="en-US" sz="2000" dirty="0"/>
              <a:t>Examine variation in provision and utilization of services to address SDOH</a:t>
            </a:r>
          </a:p>
          <a:p>
            <a:pPr lvl="1"/>
            <a:r>
              <a:rPr lang="en-US" sz="2000" dirty="0"/>
              <a:t>Encourage novel VA-community partnerships to address SDOH</a:t>
            </a:r>
          </a:p>
        </p:txBody>
      </p:sp>
      <p:sp>
        <p:nvSpPr>
          <p:cNvPr id="4" name="Slide Number Placeholder 3">
            <a:extLst>
              <a:ext uri="{FF2B5EF4-FFF2-40B4-BE49-F238E27FC236}">
                <a16:creationId xmlns:a16="http://schemas.microsoft.com/office/drawing/2014/main" id="{7F2DA367-588E-4789-B36E-5CC81B7CE3CD}"/>
              </a:ext>
            </a:extLst>
          </p:cNvPr>
          <p:cNvSpPr>
            <a:spLocks noGrp="1"/>
          </p:cNvSpPr>
          <p:nvPr>
            <p:ph type="sldNum" sz="quarter" idx="10"/>
          </p:nvPr>
        </p:nvSpPr>
        <p:spPr/>
        <p:txBody>
          <a:bodyPr/>
          <a:lstStyle/>
          <a:p>
            <a:fld id="{9B27D237-6C0D-5549-BE11-2040A22CBC71}" type="slidenum">
              <a:rPr lang="en-US" smtClean="0"/>
              <a:pPr/>
              <a:t>19</a:t>
            </a:fld>
            <a:endParaRPr lang="en-US" dirty="0"/>
          </a:p>
        </p:txBody>
      </p:sp>
    </p:spTree>
    <p:extLst>
      <p:ext uri="{BB962C8B-B14F-4D97-AF65-F5344CB8AC3E}">
        <p14:creationId xmlns:p14="http://schemas.microsoft.com/office/powerpoint/2010/main" val="17790583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Areas of Recent Interest</a:t>
            </a:r>
          </a:p>
        </p:txBody>
      </p:sp>
      <p:sp>
        <p:nvSpPr>
          <p:cNvPr id="3" name="Content Placeholder 2"/>
          <p:cNvSpPr>
            <a:spLocks noGrp="1"/>
          </p:cNvSpPr>
          <p:nvPr>
            <p:ph idx="1"/>
          </p:nvPr>
        </p:nvSpPr>
        <p:spPr>
          <a:xfrm>
            <a:off x="632012" y="1122218"/>
            <a:ext cx="11201400" cy="4744746"/>
          </a:xfrm>
        </p:spPr>
        <p:txBody>
          <a:bodyPr>
            <a:normAutofit fontScale="92500" lnSpcReduction="20000"/>
          </a:bodyPr>
          <a:lstStyle/>
          <a:p>
            <a:r>
              <a:rPr lang="en-US" sz="3200" dirty="0"/>
              <a:t>COVID</a:t>
            </a:r>
          </a:p>
          <a:p>
            <a:pPr lvl="1"/>
            <a:r>
              <a:rPr lang="en-US" dirty="0"/>
              <a:t>No association between Black race and mortality and readmission; however, Black patients were less likely to receive COVID-19 treatments</a:t>
            </a:r>
          </a:p>
          <a:p>
            <a:pPr lvl="1"/>
            <a:r>
              <a:rPr lang="en-US" sz="2500" dirty="0"/>
              <a:t>Neither race nor ethnicity impact the mortality of residents of VA community living centers with COVID-19</a:t>
            </a:r>
          </a:p>
          <a:p>
            <a:pPr lvl="1"/>
            <a:r>
              <a:rPr lang="en-US" sz="2500" dirty="0"/>
              <a:t>Black Veterans with chronic pain expressed dissatisfaction with VA telehealth options during the pandemic.</a:t>
            </a:r>
          </a:p>
          <a:p>
            <a:r>
              <a:rPr lang="en-US" sz="3200" dirty="0"/>
              <a:t>Screening and Treatment of Pain</a:t>
            </a:r>
          </a:p>
          <a:p>
            <a:pPr lvl="1"/>
            <a:r>
              <a:rPr lang="en-US" dirty="0"/>
              <a:t>Screening comparable but Black patients less likely to get prescribed opiates</a:t>
            </a:r>
          </a:p>
          <a:p>
            <a:r>
              <a:rPr lang="en-US" sz="3200" dirty="0"/>
              <a:t>Implementation of Patient Medical Home</a:t>
            </a:r>
          </a:p>
          <a:p>
            <a:pPr lvl="1"/>
            <a:r>
              <a:rPr lang="en-US" dirty="0"/>
              <a:t>Somewhat slower in facilities with higher minority pop</a:t>
            </a:r>
          </a:p>
          <a:p>
            <a:pPr lvl="1"/>
            <a:r>
              <a:rPr lang="en-US" dirty="0"/>
              <a:t>Did not narrow disparities in chronic disease care</a:t>
            </a:r>
          </a:p>
          <a:p>
            <a:r>
              <a:rPr lang="en-US" sz="3200" dirty="0"/>
              <a:t>Treatment of mental health  (PTSD, depression)</a:t>
            </a:r>
          </a:p>
          <a:p>
            <a:pPr lvl="1"/>
            <a:r>
              <a:rPr lang="en-US" dirty="0"/>
              <a:t>Lower use of psychotherapy, less likely to complete treatment</a:t>
            </a:r>
          </a:p>
          <a:p>
            <a:endParaRPr lang="en-US" sz="3200" dirty="0"/>
          </a:p>
          <a:p>
            <a:endParaRPr lang="en-US" dirty="0"/>
          </a:p>
        </p:txBody>
      </p:sp>
      <p:sp>
        <p:nvSpPr>
          <p:cNvPr id="4" name="Slide Number Placeholder 3"/>
          <p:cNvSpPr>
            <a:spLocks noGrp="1"/>
          </p:cNvSpPr>
          <p:nvPr>
            <p:ph type="sldNum" sz="quarter" idx="10"/>
          </p:nvPr>
        </p:nvSpPr>
        <p:spPr/>
        <p:txBody>
          <a:bodyPr/>
          <a:lstStyle/>
          <a:p>
            <a:fld id="{9B27D237-6C0D-5549-BE11-2040A22CBC71}" type="slidenum">
              <a:rPr lang="en-US" smtClean="0"/>
              <a:pPr/>
              <a:t>20</a:t>
            </a:fld>
            <a:endParaRPr lang="en-US" dirty="0"/>
          </a:p>
        </p:txBody>
      </p:sp>
    </p:spTree>
    <p:extLst>
      <p:ext uri="{BB962C8B-B14F-4D97-AF65-F5344CB8AC3E}">
        <p14:creationId xmlns:p14="http://schemas.microsoft.com/office/powerpoint/2010/main" val="33847167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7" descr="Customer review">
            <a:extLst>
              <a:ext uri="{FF2B5EF4-FFF2-40B4-BE49-F238E27FC236}">
                <a16:creationId xmlns:a16="http://schemas.microsoft.com/office/drawing/2014/main" id="{A28A9806-6BD5-4730-F755-7658066AC98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32322" y="1906511"/>
            <a:ext cx="3044978" cy="3044978"/>
          </a:xfrm>
          <a:prstGeom prst="rect">
            <a:avLst/>
          </a:prstGeom>
        </p:spPr>
      </p:pic>
      <p:pic>
        <p:nvPicPr>
          <p:cNvPr id="3" name="Graphic 2" descr="Questions">
            <a:extLst>
              <a:ext uri="{FF2B5EF4-FFF2-40B4-BE49-F238E27FC236}">
                <a16:creationId xmlns:a16="http://schemas.microsoft.com/office/drawing/2014/main" id="{834C6C46-333E-6204-381D-E079473D7C7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745019" y="1914346"/>
            <a:ext cx="3044978" cy="3044978"/>
          </a:xfrm>
          <a:prstGeom prst="rect">
            <a:avLst/>
          </a:prstGeom>
        </p:spPr>
      </p:pic>
      <p:sp>
        <p:nvSpPr>
          <p:cNvPr id="6" name="TextBox 5">
            <a:extLst>
              <a:ext uri="{FF2B5EF4-FFF2-40B4-BE49-F238E27FC236}">
                <a16:creationId xmlns:a16="http://schemas.microsoft.com/office/drawing/2014/main" id="{1555DB06-9C3C-9D82-5256-1FB3435D9DF4}"/>
              </a:ext>
            </a:extLst>
          </p:cNvPr>
          <p:cNvSpPr txBox="1"/>
          <p:nvPr/>
        </p:nvSpPr>
        <p:spPr>
          <a:xfrm>
            <a:off x="4149409" y="209550"/>
            <a:ext cx="3893182" cy="523220"/>
          </a:xfrm>
          <a:prstGeom prst="rect">
            <a:avLst/>
          </a:prstGeom>
          <a:noFill/>
        </p:spPr>
        <p:txBody>
          <a:bodyPr wrap="none" rtlCol="0">
            <a:spAutoFit/>
          </a:bodyPr>
          <a:lstStyle/>
          <a:p>
            <a:r>
              <a:rPr lang="en-US" sz="2800" dirty="0">
                <a:solidFill>
                  <a:schemeClr val="bg1"/>
                </a:solidFill>
              </a:rPr>
              <a:t>Questions and Discussion</a:t>
            </a:r>
          </a:p>
        </p:txBody>
      </p:sp>
      <p:sp>
        <p:nvSpPr>
          <p:cNvPr id="4" name="TextBox 3">
            <a:extLst>
              <a:ext uri="{FF2B5EF4-FFF2-40B4-BE49-F238E27FC236}">
                <a16:creationId xmlns:a16="http://schemas.microsoft.com/office/drawing/2014/main" id="{77A5C8F5-2E6F-3DBE-C5DE-21723818DBE7}"/>
              </a:ext>
            </a:extLst>
          </p:cNvPr>
          <p:cNvSpPr txBox="1"/>
          <p:nvPr/>
        </p:nvSpPr>
        <p:spPr>
          <a:xfrm>
            <a:off x="3839901" y="5351929"/>
            <a:ext cx="4512197" cy="369332"/>
          </a:xfrm>
          <a:prstGeom prst="rect">
            <a:avLst/>
          </a:prstGeom>
          <a:noFill/>
        </p:spPr>
        <p:txBody>
          <a:bodyPr wrap="none" rtlCol="0">
            <a:spAutoFit/>
          </a:bodyPr>
          <a:lstStyle/>
          <a:p>
            <a:r>
              <a:rPr lang="en-US" b="1" dirty="0">
                <a:solidFill>
                  <a:schemeClr val="accent1"/>
                </a:solidFill>
              </a:rPr>
              <a:t>Contact Information: </a:t>
            </a:r>
            <a:r>
              <a:rPr lang="en-US" b="1" dirty="0" err="1">
                <a:solidFill>
                  <a:schemeClr val="accent1"/>
                </a:solidFill>
              </a:rPr>
              <a:t>Wendy.Tenhula@va.gov</a:t>
            </a:r>
            <a:endParaRPr lang="en-US" b="1" dirty="0">
              <a:solidFill>
                <a:schemeClr val="accent1"/>
              </a:solidFill>
            </a:endParaRPr>
          </a:p>
        </p:txBody>
      </p:sp>
    </p:spTree>
    <p:extLst>
      <p:ext uri="{BB962C8B-B14F-4D97-AF65-F5344CB8AC3E}">
        <p14:creationId xmlns:p14="http://schemas.microsoft.com/office/powerpoint/2010/main" val="180080016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Tenjo8i3HuRM573PfLSFA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Tenjo8i3HuRM573PfLSFAg"/>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Tenjo8i3HuRM573PfLSFAg"/>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2eyQDd0EQgW2rUnzq9DXZw"/>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E0MHNTkURfKepi4SJXC51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_jVhYIwkTBGQshP4uS.gag"/>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unwXQTNHSiWaWbp2Hijapg"/>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8oy_sTiERT6WcP7vIq.NtQ"/>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Tenjo8i3HuRM573PfLSFAg"/>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UuO53zg5QNmh5jZV1EEa4Q"/>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4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Paper sized">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aper sized" id="{879EAACF-DBEF-E84D-87D8-7A0538EED0C2}" vid="{B52A19EE-E653-754D-BC18-1112A4072526}"/>
    </a:ext>
  </a:extLst>
</a:theme>
</file>

<file path=ppt/theme/theme7.xml><?xml version="1.0" encoding="utf-8"?>
<a:theme xmlns:a="http://schemas.openxmlformats.org/drawingml/2006/main" name="1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670CDE65625E449B41BBE9E2A9D6E5A" ma:contentTypeVersion="14" ma:contentTypeDescription="Create a new document." ma:contentTypeScope="" ma:versionID="8b6d79dcc5f754c7cfb59536e3674b4c">
  <xsd:schema xmlns:xsd="http://www.w3.org/2001/XMLSchema" xmlns:xs="http://www.w3.org/2001/XMLSchema" xmlns:p="http://schemas.microsoft.com/office/2006/metadata/properties" xmlns:ns2="46ade7e5-a61b-41ef-8b65-1672892065de" xmlns:ns3="6fd99b86-a2da-47ef-ab26-55e7009dfe6e" targetNamespace="http://schemas.microsoft.com/office/2006/metadata/properties" ma:root="true" ma:fieldsID="64eb71bd406154cbfd68acd3ef293514" ns2:_="" ns3:_="">
    <xsd:import namespace="46ade7e5-a61b-41ef-8b65-1672892065de"/>
    <xsd:import namespace="6fd99b86-a2da-47ef-ab26-55e7009dfe6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Topic"/>
                <xsd:element ref="ns2:DocumentType"/>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PageReferenc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6ade7e5-a61b-41ef-8b65-1672892065d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Topic" ma:index="12" ma:displayName="Topic" ma:format="Dropdown" ma:internalName="Topic">
      <xsd:simpleType>
        <xsd:restriction base="dms:Choice">
          <xsd:enumeration value="Animal Research"/>
          <xsd:enumeration value="Artificial Intelligence (AI)"/>
          <xsd:enumeration value="Budget"/>
          <xsd:enumeration value="Cannabis"/>
          <xsd:enumeration value="Centers"/>
          <xsd:enumeration value="Clinical Trials"/>
          <xsd:enumeration value="Community Care"/>
          <xsd:enumeration value="Congress"/>
          <xsd:enumeration value="COVID"/>
          <xsd:enumeration value="Enterprise Transformation"/>
          <xsd:enumeration value="General ORD"/>
          <xsd:enumeration value="Mental Health"/>
          <xsd:enumeration value="Mortality Data"/>
          <xsd:enumeration value="MVP"/>
          <xsd:enumeration value="NRAC"/>
          <xsd:enumeration value="Precision Oncology"/>
          <xsd:enumeration value="Psychedelics"/>
          <xsd:enumeration value="Rural Health"/>
          <xsd:enumeration value="Spinal Cord Injury (SCI)"/>
          <xsd:enumeration value="Suicide Prevention"/>
          <xsd:enumeration value="Traumatic Brain Injury (TBI)"/>
          <xsd:enumeration value="Technology Transfer Program"/>
          <xsd:enumeration value="Toxic Exposure - MERP"/>
          <xsd:enumeration value="VA Secretary"/>
          <xsd:enumeration value="VHA USH"/>
          <xsd:enumeration value="Women’s Health – Maternity and Infertility"/>
        </xsd:restriction>
      </xsd:simpleType>
    </xsd:element>
    <xsd:element name="DocumentType" ma:index="13" ma:displayName="Document Type" ma:format="Dropdown" ma:internalName="DocumentType">
      <xsd:simpleType>
        <xsd:restriction base="dms:Choice">
          <xsd:enumeration value="Briefing Papers - Congress"/>
          <xsd:enumeration value="Briefing Papers - VA-VHA"/>
          <xsd:enumeration value="Briefing Papers - Other"/>
          <xsd:enumeration value="Budget Justification"/>
          <xsd:enumeration value="GAO"/>
          <xsd:enumeration value="Mandated Congressional Reports"/>
          <xsd:enumeration value="News Articles"/>
          <xsd:enumeration value="Press Releases"/>
          <xsd:enumeration value="Publications-Studies"/>
          <xsd:enumeration value="RFA"/>
          <xsd:enumeration value="RFI - Congress"/>
          <xsd:enumeration value="Slide Presentations"/>
          <xsd:enumeration value="Talking Points - Congress"/>
          <xsd:enumeration value="Testimony - Congress Speeches"/>
          <xsd:enumeration value="Talking Points - VA-VHA"/>
          <xsd:enumeration value="Talking Points - Other"/>
          <xsd:enumeration value="Other-Misc Documents"/>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f0ac6538-d41a-4f9a-bd67-5f7ae81a6d74"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PageReference" ma:index="21" nillable="true" ma:displayName="Page Reference" ma:description="provide a page reference for longer documents" ma:format="Dropdown" ma:internalName="PageReferenc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fd99b86-a2da-47ef-ab26-55e7009dfe6e"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3736d572-348b-4845-bc48-0c7ae7dc85c2}" ma:internalName="TaxCatchAll" ma:showField="CatchAllData" ma:web="6fd99b86-a2da-47ef-ab26-55e7009dfe6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6fd99b86-a2da-47ef-ab26-55e7009dfe6e" xsi:nil="true"/>
    <lcf76f155ced4ddcb4097134ff3c332f xmlns="46ade7e5-a61b-41ef-8b65-1672892065de">
      <Terms xmlns="http://schemas.microsoft.com/office/infopath/2007/PartnerControls"/>
    </lcf76f155ced4ddcb4097134ff3c332f>
    <DocumentType xmlns="46ade7e5-a61b-41ef-8b65-1672892065de">Presentations and Other Documents</DocumentType>
    <Topic xmlns="46ade7e5-a61b-41ef-8b65-1672892065de">Clinical Trials</Topic>
    <PageReference xmlns="46ade7e5-a61b-41ef-8b65-1672892065de" xsi:nil="true"/>
  </documentManagement>
</p:properties>
</file>

<file path=customXml/itemProps1.xml><?xml version="1.0" encoding="utf-8"?>
<ds:datastoreItem xmlns:ds="http://schemas.openxmlformats.org/officeDocument/2006/customXml" ds:itemID="{8643CB7A-2CD1-4B9F-8E60-56EFA5ABB71C}"/>
</file>

<file path=customXml/itemProps2.xml><?xml version="1.0" encoding="utf-8"?>
<ds:datastoreItem xmlns:ds="http://schemas.openxmlformats.org/officeDocument/2006/customXml" ds:itemID="{56CACC7B-1BBF-4A3C-8CB1-E1A934A29CEA}">
  <ds:schemaRefs>
    <ds:schemaRef ds:uri="http://schemas.microsoft.com/sharepoint/v3/contenttype/forms"/>
  </ds:schemaRefs>
</ds:datastoreItem>
</file>

<file path=customXml/itemProps3.xml><?xml version="1.0" encoding="utf-8"?>
<ds:datastoreItem xmlns:ds="http://schemas.openxmlformats.org/officeDocument/2006/customXml" ds:itemID="{6D4F7413-618B-4709-8CE9-DE71CE0130F5}">
  <ds:schemaRefs>
    <ds:schemaRef ds:uri="50f0e209-8335-4762-bc61-35d878d3e9d9"/>
    <ds:schemaRef ds:uri="6aa70152-e7f0-4492-8b74-233e905943de"/>
    <ds:schemaRef ds:uri="http://schemas.microsoft.com/office/2006/metadata/properties"/>
    <ds:schemaRef ds:uri="http://schemas.microsoft.com/office/infopath/2007/PartnerControls"/>
    <ds:schemaRef ds:uri="http://schemas.microsoft.com/sharepoint/v3"/>
  </ds:schemaRefs>
</ds:datastoreItem>
</file>

<file path=docMetadata/LabelInfo.xml><?xml version="1.0" encoding="utf-8"?>
<clbl:labelList xmlns:clbl="http://schemas.microsoft.com/office/2020/mipLabelMetadata">
  <clbl:label id="{e95f1b23-abaf-45ee-821d-b7ab251ab3bf}" enabled="0" method="" siteId="{e95f1b23-abaf-45ee-821d-b7ab251ab3bf}" removed="1"/>
</clbl:labelList>
</file>

<file path=docProps/app.xml><?xml version="1.0" encoding="utf-8"?>
<Properties xmlns="http://schemas.openxmlformats.org/officeDocument/2006/extended-properties" xmlns:vt="http://schemas.openxmlformats.org/officeDocument/2006/docPropsVTypes">
  <Template>office theme</Template>
  <TotalTime>1442</TotalTime>
  <Words>2328</Words>
  <Application>Microsoft Office PowerPoint</Application>
  <PresentationFormat>Widescreen</PresentationFormat>
  <Paragraphs>228</Paragraphs>
  <Slides>21</Slides>
  <Notes>13</Notes>
  <HiddenSlides>0</HiddenSlides>
  <MMClips>0</MMClips>
  <ScaleCrop>false</ScaleCrop>
  <HeadingPairs>
    <vt:vector size="8" baseType="variant">
      <vt:variant>
        <vt:lpstr>Fonts Used</vt:lpstr>
      </vt:variant>
      <vt:variant>
        <vt:i4>8</vt:i4>
      </vt:variant>
      <vt:variant>
        <vt:lpstr>Theme</vt:lpstr>
      </vt:variant>
      <vt:variant>
        <vt:i4>7</vt:i4>
      </vt:variant>
      <vt:variant>
        <vt:lpstr>Embedded OLE Servers</vt:lpstr>
      </vt:variant>
      <vt:variant>
        <vt:i4>1</vt:i4>
      </vt:variant>
      <vt:variant>
        <vt:lpstr>Slide Titles</vt:lpstr>
      </vt:variant>
      <vt:variant>
        <vt:i4>21</vt:i4>
      </vt:variant>
    </vt:vector>
  </HeadingPairs>
  <TitlesOfParts>
    <vt:vector size="37" baseType="lpstr">
      <vt:lpstr>Arial</vt:lpstr>
      <vt:lpstr>Calibri</vt:lpstr>
      <vt:lpstr>Calibri Light</vt:lpstr>
      <vt:lpstr>Courier New</vt:lpstr>
      <vt:lpstr>Open Sans</vt:lpstr>
      <vt:lpstr>Tahoma</vt:lpstr>
      <vt:lpstr>Trebuchet MS</vt:lpstr>
      <vt:lpstr>Wingdings</vt:lpstr>
      <vt:lpstr>office theme</vt:lpstr>
      <vt:lpstr>4_Office Theme</vt:lpstr>
      <vt:lpstr>4_Office Theme</vt:lpstr>
      <vt:lpstr>Office Theme</vt:lpstr>
      <vt:lpstr>3_Office Theme</vt:lpstr>
      <vt:lpstr>Paper sized</vt:lpstr>
      <vt:lpstr>11_Office Theme</vt:lpstr>
      <vt:lpstr>think-cell Slide</vt:lpstr>
      <vt:lpstr>Office of Research and Development (ORD)</vt:lpstr>
      <vt:lpstr>Research is one of VA’s Four Statutory Missions</vt:lpstr>
      <vt:lpstr>VA Research Mission</vt:lpstr>
      <vt:lpstr>PowerPoint Presentation</vt:lpstr>
      <vt:lpstr>PowerPoint Presentation</vt:lpstr>
      <vt:lpstr>PowerPoint Presentation</vt:lpstr>
      <vt:lpstr>PowerPoint Presentation</vt:lpstr>
      <vt:lpstr>ORD Strategic Priorities</vt:lpstr>
      <vt:lpstr>Cross-Cutting Clinical Priorities</vt:lpstr>
      <vt:lpstr>Journey of a Successful VA-funded Research Project</vt:lpstr>
      <vt:lpstr>Transforming into a Research Enterprise to Increase VA Research Real-World Impact</vt:lpstr>
      <vt:lpstr>PowerPoint Presentation</vt:lpstr>
      <vt:lpstr>Recent HUD (2022) findings on Veteran homelessness</vt:lpstr>
      <vt:lpstr>Funded studies of Veteran homelessness</vt:lpstr>
      <vt:lpstr>What we are investigating in ongoing studies on homelessness</vt:lpstr>
      <vt:lpstr>Disparities Research In VA</vt:lpstr>
      <vt:lpstr>Disparities Research In VA</vt:lpstr>
      <vt:lpstr>Update on Prevalence of and Interventions to Reduce Racial and Ethnic Disparities in VA (2017)</vt:lpstr>
      <vt:lpstr>Research Solicitation on Social Determinants of Health</vt:lpstr>
      <vt:lpstr>Areas of Recent Interest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ORD Overview 3-13-23 (Power Point presentation)</dc:title>
  <dc:creator/>
  <cp:lastModifiedBy>Eva-Marie Austin</cp:lastModifiedBy>
  <cp:revision>12</cp:revision>
  <dcterms:created xsi:type="dcterms:W3CDTF">2023-01-18T18:19:39Z</dcterms:created>
  <dcterms:modified xsi:type="dcterms:W3CDTF">2024-06-05T20:44:36Z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0x010100F670CDE65625E449B41BBE9E2A9D6E5A</vt:lpwstr>
  </property>
  <property fmtid="{D5CDD505-2E9C-101B-9397-08002B2CF9AE}" pid="3" name="MSIP_Label_7f97ea9d-daff-4c91-a4f1-55d953dbb0fc_Enabled">
    <vt:lpwstr>true</vt:lpwstr>
  </property>
  <property fmtid="{D5CDD505-2E9C-101B-9397-08002B2CF9AE}" pid="4" name="MSIP_Label_7f97ea9d-daff-4c91-a4f1-55d953dbb0fc_SetDate">
    <vt:lpwstr>2023-01-18T18:19:45Z</vt:lpwstr>
  </property>
  <property fmtid="{D5CDD505-2E9C-101B-9397-08002B2CF9AE}" pid="5" name="MSIP_Label_7f97ea9d-daff-4c91-a4f1-55d953dbb0fc_Method">
    <vt:lpwstr>Standard</vt:lpwstr>
  </property>
  <property fmtid="{D5CDD505-2E9C-101B-9397-08002B2CF9AE}" pid="6" name="MSIP_Label_7f97ea9d-daff-4c91-a4f1-55d953dbb0fc_Name">
    <vt:lpwstr>Public</vt:lpwstr>
  </property>
  <property fmtid="{D5CDD505-2E9C-101B-9397-08002B2CF9AE}" pid="7" name="MSIP_Label_7f97ea9d-daff-4c91-a4f1-55d953dbb0fc_SiteId">
    <vt:lpwstr>58196b33-812d-4eb0-ad27-fc2dd9de53eb</vt:lpwstr>
  </property>
  <property fmtid="{D5CDD505-2E9C-101B-9397-08002B2CF9AE}" pid="8" name="MSIP_Label_7f97ea9d-daff-4c91-a4f1-55d953dbb0fc_ActionId">
    <vt:lpwstr>a9e7815d-18a3-47be-94f2-21d0e3cb9410</vt:lpwstr>
  </property>
  <property fmtid="{D5CDD505-2E9C-101B-9397-08002B2CF9AE}" pid="9" name="MSIP_Label_7f97ea9d-daff-4c91-a4f1-55d953dbb0fc_ContentBits">
    <vt:lpwstr>0</vt:lpwstr>
  </property>
  <property fmtid="{D5CDD505-2E9C-101B-9397-08002B2CF9AE}" pid="10" name="MediaServiceImageTags">
    <vt:lpwstr/>
  </property>
</Properties>
</file>